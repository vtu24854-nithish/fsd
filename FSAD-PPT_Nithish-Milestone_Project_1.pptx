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fntdata" ContentType="application/x-fontdata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61" r:id="rId7"/>
    <p:sldId id="272" r:id="rId8"/>
    <p:sldId id="262" r:id="rId9"/>
    <p:sldId id="263" r:id="rId10"/>
    <p:sldId id="264" r:id="rId11"/>
    <p:sldId id="269" r:id="rId12"/>
    <p:sldId id="266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slide" Target="/ppt/slides/slide12.xml" Id="rId13" /><Relationship Type="http://schemas.openxmlformats.org/officeDocument/2006/relationships/font" Target="/ppt/fonts/font2.fntdata" Id="rId18" /><Relationship Type="http://schemas.openxmlformats.org/officeDocument/2006/relationships/font" Target="/ppt/fonts/font10.fntdata" Id="rId26" /><Relationship Type="http://schemas.openxmlformats.org/officeDocument/2006/relationships/slide" Target="/ppt/slides/slide2.xml" Id="rId3" /><Relationship Type="http://schemas.openxmlformats.org/officeDocument/2006/relationships/font" Target="/ppt/fonts/font5.fntdata" Id="rId21" /><Relationship Type="http://schemas.openxmlformats.org/officeDocument/2006/relationships/slide" Target="/ppt/slides/slide6.xml" Id="rId7" /><Relationship Type="http://schemas.openxmlformats.org/officeDocument/2006/relationships/slide" Target="/ppt/slides/slide11.xml" Id="rId12" /><Relationship Type="http://schemas.openxmlformats.org/officeDocument/2006/relationships/font" Target="/ppt/fonts/font1.fntdata" Id="rId17" /><Relationship Type="http://schemas.openxmlformats.org/officeDocument/2006/relationships/font" Target="/ppt/fonts/font9.fntdata" Id="rId25" /><Relationship Type="http://schemas.openxmlformats.org/officeDocument/2006/relationships/slide" Target="/ppt/slides/slide1.xml" Id="rId2" /><Relationship Type="http://schemas.openxmlformats.org/officeDocument/2006/relationships/slide" Target="/ppt/slides/slide15.xml" Id="rId16" /><Relationship Type="http://schemas.openxmlformats.org/officeDocument/2006/relationships/font" Target="/ppt/fonts/font4.fntdata" Id="rId20" /><Relationship Type="http://schemas.openxmlformats.org/officeDocument/2006/relationships/theme" Target="/ppt/theme/theme1.xml" Id="rId29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font" Target="/ppt/fonts/font8.fntdata" Id="rId24" /><Relationship Type="http://schemas.openxmlformats.org/officeDocument/2006/relationships/slide" Target="/ppt/slides/slide4.xml" Id="rId5" /><Relationship Type="http://schemas.openxmlformats.org/officeDocument/2006/relationships/slide" Target="/ppt/slides/slide14.xml" Id="rId15" /><Relationship Type="http://schemas.openxmlformats.org/officeDocument/2006/relationships/font" Target="/ppt/fonts/font7.fntdata" Id="rId23" /><Relationship Type="http://schemas.openxmlformats.org/officeDocument/2006/relationships/viewProps" Target="/ppt/viewProps.xml" Id="rId28" /><Relationship Type="http://schemas.openxmlformats.org/officeDocument/2006/relationships/slide" Target="/ppt/slides/slide9.xml" Id="rId10" /><Relationship Type="http://schemas.openxmlformats.org/officeDocument/2006/relationships/font" Target="/ppt/fonts/font3.fntdata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slide" Target="/ppt/slides/slide13.xml" Id="rId14" /><Relationship Type="http://schemas.openxmlformats.org/officeDocument/2006/relationships/font" Target="/ppt/fonts/font6.fntdata" Id="rId22" /><Relationship Type="http://schemas.openxmlformats.org/officeDocument/2006/relationships/presProps" Target="/ppt/presProps.xml" Id="rId27" /><Relationship Type="http://schemas.openxmlformats.org/officeDocument/2006/relationships/tableStyles" Target="/ppt/tableStyles.xml" Id="rId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Layout" Target="/ppt/slideLayouts/slideLayout7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5.png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6.png" Id="rI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8.jpeg" Id="rId5" /><Relationship Type="http://schemas.openxmlformats.org/officeDocument/2006/relationships/image" Target="/ppt/media/image7.jpeg" Id="rI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jpeg" Id="rId5" /><Relationship Type="http://schemas.openxmlformats.org/officeDocument/2006/relationships/image" Target="/ppt/media/image9.jpeg" Id="rI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1.jpeg" Id="rI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3.sv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&amp; Stock Tracking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38354" y="8069214"/>
            <a:ext cx="946933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KB. NITHISH KUMAR REDDY – VTU24854 –23UECS0776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515600" y="7818586"/>
            <a:ext cx="7772399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Asst.Professor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(Sr Grade)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M.E,P.hD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SDG 9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1" y="1638301"/>
            <a:ext cx="14859000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plays a vital role in businesses to maintain proper stock levels and avoid losses.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small and medium enterprises still rely on manual record-keeping methods.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often lead to stock mismanagement, data redundancy, and errors.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relational database-based system ensures structured and efficient data handling.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 web-based inventory control system.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tracks stock availability, product details, and transaction history.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data accuracy, real-time updates, and secure access.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organizations improve operational efficiency and decision-making.</a:t>
            </a:r>
          </a:p>
          <a:p>
            <a:pPr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57400" y="1116047"/>
            <a:ext cx="14935200" cy="795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manage inventory using spreadsheets or manual registers.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leads to duplicate records and inaccurate stock updates.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shortages or overstocking result in financial losses.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supplier and product relationships becomes difficult.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reports is time-consuming and error-prone.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for monitoring stock movement.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data consistency are not guaranteed.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reliable relational inventory system is required.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18F53-36D0-3F5B-C774-53E0E6D6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B2979760-9C2B-69AE-D95A-63B831A8DF1A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3B53617-53FC-D816-49A7-4CF7DF4EDE5C}"/>
              </a:ext>
            </a:extLst>
          </p:cNvPr>
          <p:cNvGrpSpPr/>
          <p:nvPr/>
        </p:nvGrpSpPr>
        <p:grpSpPr>
          <a:xfrm>
            <a:off x="709357" y="2809578"/>
            <a:ext cx="890843" cy="83099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9B5F2B1-2688-5BD9-1CEE-9EDD37A1AB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98536A1-5EF1-EFA3-AFC6-0FD60BEEE29E}"/>
                </a:ext>
              </a:extLst>
            </p:cNvPr>
            <p:cNvSpPr txBox="1"/>
            <p:nvPr/>
          </p:nvSpPr>
          <p:spPr>
            <a:xfrm>
              <a:off x="76200" y="109077"/>
              <a:ext cx="653376" cy="62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9B30923-EAA5-EEC5-10AD-D83128A173D7}"/>
              </a:ext>
            </a:extLst>
          </p:cNvPr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ED7EB38-D2E7-3D61-23CA-2B4FDBDD5D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681A7CD-A4DF-C60E-BF85-DE9ACE7BA6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39A75B1-00D5-783E-2231-EBFF338A98F3}"/>
              </a:ext>
            </a:extLst>
          </p:cNvPr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4D104A9-2005-815D-39AE-42A58F0757D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DDF02F3-CDB6-7EC5-326B-480E2E84726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C4DB64F-2E10-16F0-F01B-A3FAE01F5730}"/>
              </a:ext>
            </a:extLst>
          </p:cNvPr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CD4A941-F992-4246-E688-4D758D50C31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C73B6DA-72D2-3528-3859-BC8CEAF83D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A81D620-9430-B0E3-21DD-BDDBBED8292D}"/>
              </a:ext>
            </a:extLst>
          </p:cNvPr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E25A5A4-8FC7-D034-5BE3-F8AB733475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137BFB1-FBB7-F837-E178-C5DB3DC34D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9D2A9F0A-418B-949C-8B7B-209F19B90CD3}"/>
              </a:ext>
            </a:extLst>
          </p:cNvPr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A7708A5-89B1-AE08-EF2C-53947E7340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7D42A275-080B-34EF-6CCC-0D78D7AFF8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E54F26D-7AA3-8FB2-FC1F-A79B4E9EC6BA}"/>
              </a:ext>
            </a:extLst>
          </p:cNvPr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24EB3294-9112-0B44-A20A-EA1807F8CA3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ABCDC716-BD8B-FD66-61F9-EA2917DA07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6A996E64-D958-31D4-F16C-A58562809912}"/>
              </a:ext>
            </a:extLst>
          </p:cNvPr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A93685BA-14D9-41FE-6D59-267EF8D6A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B5CB0001-EA23-124F-2122-88F03D1FAC1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9CBAD8B7-5F92-4A59-D40B-34EAE903E940}"/>
              </a:ext>
            </a:extLst>
          </p:cNvPr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B10FCE2-F46B-9EE0-5B5B-4C12B39FB6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0B0665D9-66A3-8AE5-904E-2294DACE9E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D4C4631-69AD-5761-EB71-8B64589B7B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143D2-ED67-288B-FA74-6ECEC11FEFDA}"/>
              </a:ext>
            </a:extLst>
          </p:cNvPr>
          <p:cNvSpPr txBox="1"/>
          <p:nvPr/>
        </p:nvSpPr>
        <p:spPr>
          <a:xfrm>
            <a:off x="2209800" y="1638299"/>
            <a:ext cx="15049499" cy="348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relational database-driven inventory control system for efficient stock tracking.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real-time stock updates, reporting and secure user management.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3DC0E-80C5-688B-FA51-3C74B4A95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88" y="1638300"/>
            <a:ext cx="1447800" cy="772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562F27-69E7-A4CC-2028-E33383E34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040" y="1796852"/>
            <a:ext cx="14401800" cy="5549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Web-based inventory management application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Relational database to maintain product, supplier, and stock tables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login and role-based access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Add, update, delete product records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stock quantity updates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Supplier management module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Report generation (stock summary, low-stock alert)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Improved data accuracy and reduced manual 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6930BE-5BE1-1881-D5E1-CD1DF5FE0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621430"/>
            <a:ext cx="853440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B00A5-39DA-7789-CD43-58B059CB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8CECF56-D61A-74CE-881A-5CCCF4ECCD80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68D2B0-3941-5E43-6E36-D8032519D5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81F40C6-EA7E-0E57-37FA-1EBB0C0406F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55D54ED-7864-7544-36FF-B68A8BB42DAF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280D55-AA16-3A8C-92E3-EEC9355B56F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B7F034-0BBD-5622-62BE-69AB4CC22A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E5D42DD-5978-37F6-0AEB-7DB70C33ECF8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5DC7C34-0562-5A52-3D86-F65A3732852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4B9C5FB-79BB-A284-9712-D3CE2AB558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802367C-17B6-97ED-FC6D-D53D4328B0FC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6B3C9AE-50F2-2E66-32AE-C73F7B93E60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953DCF3-C217-0C37-5C5D-E46857642F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FC69C90-57BE-5B6B-5B52-F98087FB5A05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50BA52A-8537-7164-F2F0-C99FBBC00A7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DE4464-5832-9EA3-325C-1058544C655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B7691F5-1238-E0C7-9717-8D43594181F6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A2D74B0-5F52-788D-FB57-F6DC4D50FC2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2A28CB8-5C25-D119-B53E-92DD73780CD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0AA86915-1896-B47B-82E4-3676CB85E726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8549D7C-135D-B7F9-4D4C-67076FDD95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9BF93FE4-1797-6014-DE4D-28910122D45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FDAA4A6E-2BD5-90E2-2945-FE09105AE87E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030BDAD-4001-DA9C-E46E-3F6C30BF1D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0576C255-6967-0222-87FF-43FECEA2EF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907258C-2CF0-76B5-A038-4FE550EEF89F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2B1429F-E6DA-F8C6-4B4D-8D9131116A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8F359EE-4E81-DFBE-E548-91F87D66D6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CF5E9BFF-8456-942E-923F-184F5CE79568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CE99E803-5D74-CF7D-2736-67924DA01D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D86353CC-8841-FAFA-2D40-1A5E09CA103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A9786538-F45D-6184-F523-BFE85CE13B6D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80C607-A49A-D3B0-790E-72126BCDB1A5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CBFF26-6B2E-8245-6519-428DC6F6D636}"/>
              </a:ext>
            </a:extLst>
          </p:cNvPr>
          <p:cNvSpPr txBox="1"/>
          <p:nvPr/>
        </p:nvSpPr>
        <p:spPr>
          <a:xfrm>
            <a:off x="2209800" y="1638300"/>
            <a:ext cx="15082325" cy="831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includes user login details, product information, supplier data, and stock updates entered through the web interface. This data is provided by the user to perform inventory operations.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Processing: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validates the input data and updates stock quantities automatically. It handles business logic and maintains relationships between inventory tables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product, supplier, stock, and transaction details. It ensures data consistency using relational constraints.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displays updated stock lists, reports, and low-stock alerts. The results are shown on the dashboard for user reference.</a:t>
            </a:r>
          </a:p>
        </p:txBody>
      </p:sp>
    </p:spTree>
    <p:extLst>
      <p:ext uri="{BB962C8B-B14F-4D97-AF65-F5344CB8AC3E}">
        <p14:creationId xmlns:p14="http://schemas.microsoft.com/office/powerpoint/2010/main" val="362299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9B764-5BA5-E985-47CA-68AFFA197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0" y="1631830"/>
            <a:ext cx="5105400" cy="76581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377044" y="2100684"/>
            <a:ext cx="15082325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</a:t>
            </a: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IDE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  <a:r>
              <a:rPr lang="nl-N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RAM, JDK 17+, Web Browser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577104" y="1936792"/>
            <a:ext cx="1496087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secure login, authentication, and role-based access control.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Product Management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product details including name, category, price, and stock quantity.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Supplier &amp; Stock Management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supplier details and updates stock levels based on transactions.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Reporting &amp; Analytics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stock reports, low-stock alerts, and transaction history.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151100" y="1720209"/>
            <a:ext cx="151082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Home Page:</a:t>
            </a:r>
            <a:br>
              <a:rPr lang="en-US" sz="2800" dirty="0"/>
            </a:br>
            <a:r>
              <a:rPr lang="en-US" sz="2800" dirty="0"/>
              <a:t>Displays system dashboard with navigation to modules.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Login Page:</a:t>
            </a:r>
            <a:br>
              <a:rPr lang="en-US" sz="2800" dirty="0"/>
            </a:br>
            <a:r>
              <a:rPr lang="en-US" sz="2800" dirty="0"/>
              <a:t>Secure authentication page for admin/user access.</a:t>
            </a: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6D061E3-8DE8-2249-E63E-3666AC32A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C7063E1-CD05-0FC5-E848-B8FC3A0F0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FD9D6DC6-B379-043A-9381-E71740BADC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78760" y="62252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C961102-E859-B1A5-5E02-765022CD7A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876" y="6702561"/>
            <a:ext cx="5185312" cy="291673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FF6AEB-F385-ED02-B9FF-422E9F65B8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393" y="2723241"/>
            <a:ext cx="5447232" cy="30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Main Module:</a:t>
            </a:r>
            <a:br>
              <a:rPr lang="en-US" sz="2800" dirty="0"/>
            </a:br>
            <a:r>
              <a:rPr lang="en-US" sz="2800" dirty="0"/>
              <a:t>Product and stock management interface to add/update inventory.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855F1C-4A59-F1FA-9376-F1A20DDDB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7" y="3439452"/>
            <a:ext cx="7922138" cy="4456203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206DB8EA-3FD8-0193-7254-63DF52D8B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2552" y="3439452"/>
            <a:ext cx="7364204" cy="445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 Page:</a:t>
            </a:r>
            <a:br>
              <a:rPr lang="en-US" sz="2800" dirty="0"/>
            </a:br>
            <a:r>
              <a:rPr lang="en-US" sz="2800" dirty="0"/>
              <a:t>Displays stock reports and updated inventory details.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2D2930-8B3F-A793-03E1-242AD7F7F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055" y="3441765"/>
            <a:ext cx="8826896" cy="496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2E13F-98EE-BFEB-8F7C-EF532FF8FA5D}"/>
              </a:ext>
            </a:extLst>
          </p:cNvPr>
          <p:cNvSpPr txBox="1"/>
          <p:nvPr/>
        </p:nvSpPr>
        <p:spPr>
          <a:xfrm>
            <a:off x="2107947" y="1671481"/>
            <a:ext cx="13554642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errors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tracking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management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report generation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internet/server availability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in basic version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cost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for maintenance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804</Words>
  <Application>Microsoft Office PowerPoint</Application>
  <PresentationFormat>Custom</PresentationFormat>
  <Paragraphs>279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Gotham</vt:lpstr>
      <vt:lpstr>Calibri</vt:lpstr>
      <vt:lpstr>Gotham Bold Italics</vt:lpstr>
      <vt:lpstr>Cambria</vt:lpstr>
      <vt:lpstr>Arial</vt:lpstr>
      <vt:lpstr>Wingdings</vt:lpstr>
      <vt:lpstr>Times New Roman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likhithareddy35@outlook.com</cp:lastModifiedBy>
  <cp:revision>11</cp:revision>
  <dcterms:created xsi:type="dcterms:W3CDTF">2006-08-16T00:00:00Z</dcterms:created>
  <dcterms:modified xsi:type="dcterms:W3CDTF">2026-03-02T05:15:18Z</dcterms:modified>
  <dc:identifier>DAHCaYqJ9OU</dc:identifier>
</cp:coreProperties>
</file>