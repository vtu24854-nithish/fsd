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E9B89-508A-4F5F-D6C9-9331313E4358}" v="120" dt="2026-04-21T17:46:53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Date:20/04/2026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28103" y="6019895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28361" y="7800539"/>
            <a:ext cx="11037711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>
                <a:latin typeface="Cambria"/>
                <a:ea typeface="Cambria"/>
              </a:rPr>
              <a:t>K.B.NITHISH KUMAR REDDY – VTU24854 – 23UECS0776</a:t>
            </a:r>
            <a:endParaRPr lang="en-IN" sz="3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2496800" y="7818586"/>
            <a:ext cx="5362838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err="1">
                <a:latin typeface="Cambria" panose="02040503050406030204" pitchFamily="18" charset="0"/>
                <a:ea typeface="Cambria" panose="02040503050406030204" pitchFamily="18" charset="0"/>
              </a:rPr>
              <a:t>Dr.HEMAMALINI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(TTS4062)</a:t>
            </a:r>
            <a:endParaRPr lang="en-IN" sz="3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Cambria" panose="02040503050406030204" pitchFamily="18" charset="0"/>
                <a:ea typeface="Cambria" panose="02040503050406030204" pitchFamily="18" charset="0"/>
              </a:rPr>
              <a:t>SDG: 9-</a:t>
            </a:r>
            <a:r>
              <a:rPr lang="en-IN" sz="2000" b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Industry , Innovation and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78485" y="2139341"/>
            <a:ext cx="1508232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A Job Portal is a web-based application that connects job seekers and employers.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register, login, and search for jobs easily.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post job openings and manage applications.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in job searching.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platform for job opportunities.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and freshers find suitable jobs.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and efficiency.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Spring Boot and MySQL. </a:t>
            </a:r>
          </a:p>
          <a:p>
            <a:pPr marL="571500" indent="-571500" algn="just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itchFamily="2" charset="2"/>
              <a:buChar char="Ø"/>
            </a:pP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50">
            <a:extLst>
              <a:ext uri="{FF2B5EF4-FFF2-40B4-BE49-F238E27FC236}">
                <a16:creationId xmlns:a16="http://schemas.microsoft.com/office/drawing/2014/main" id="{D9047F7D-3197-ED64-41B7-A880BD00A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1393" y="1975374"/>
            <a:ext cx="1085143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job search process is slow and inefficient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a centralized platform for job listings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job applications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lead to errors and delays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real-time job updates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seekers struggle to find relevant opportunities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Employers face difficulty in managing applications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 and user-friendly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960143" y="1637645"/>
            <a:ext cx="1335327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Job Portal system for job seekers and employers.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system for job posting, searching, and application management. </a:t>
            </a:r>
          </a:p>
          <a:p>
            <a:pPr marL="571500" indent="-571500" algn="just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78485" y="2154999"/>
            <a:ext cx="15082325" cy="48320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Provides online job search functionality.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Users can register and login securely.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Employers can post and manage jobs.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Job seekers can apply for jobs easily.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Stores data in a centralized database.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Reduces manual work and errors.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Improves speed and efficiency.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>
                <a:latin typeface="Times New Roman"/>
                <a:cs typeface="Times New Roman"/>
              </a:rPr>
              <a:t>User-friendly interface for easy navigation. </a:t>
            </a:r>
          </a:p>
          <a:p>
            <a:pPr marL="457200" indent="-457200" algn="just">
              <a:buFont typeface="Wingdings" pitchFamily="2" charset="2"/>
              <a:buChar char="Ø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 algn="just">
              <a:buFont typeface="Wingdings" pitchFamily="2" charset="2"/>
              <a:buChar char="Ø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 algn="just">
              <a:buFont typeface="Wingdings" pitchFamily="2" charset="2"/>
              <a:buChar char="Ø"/>
            </a:pPr>
            <a:endParaRPr lang="en-IN"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2" name="Picture 1" descr="A diagram of a job portal&#10;&#10;AI-generated content may be incorrect.">
            <a:extLst>
              <a:ext uri="{FF2B5EF4-FFF2-40B4-BE49-F238E27FC236}">
                <a16:creationId xmlns:a16="http://schemas.microsoft.com/office/drawing/2014/main" id="{7E8E9B88-F273-FAE0-478A-805A3A9CA0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" t="11604" r="267"/>
          <a:stretch>
            <a:fillRect/>
          </a:stretch>
        </p:blipFill>
        <p:spPr>
          <a:xfrm>
            <a:off x="3771485" y="2577172"/>
            <a:ext cx="12527671" cy="64824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diagram of a job portal&#10;&#10;AI-generated content may be incorrect.">
            <a:extLst>
              <a:ext uri="{FF2B5EF4-FFF2-40B4-BE49-F238E27FC236}">
                <a16:creationId xmlns:a16="http://schemas.microsoft.com/office/drawing/2014/main" id="{8F19FAE3-9FB6-136E-E3C6-742075A9C5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" t="13769" r="875" b="172"/>
          <a:stretch>
            <a:fillRect/>
          </a:stretch>
        </p:blipFill>
        <p:spPr>
          <a:xfrm>
            <a:off x="1879226" y="1611406"/>
            <a:ext cx="14452056" cy="83938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8485" y="2248944"/>
            <a:ext cx="15082325" cy="107414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Frontend:</a:t>
            </a:r>
            <a:r>
              <a:rPr lang="en-US" sz="3200">
                <a:latin typeface="Times New Roman"/>
                <a:cs typeface="Times New Roman"/>
              </a:rPr>
              <a:t> HTML5, CSS3, JavaScript, and Bootstrap for building a responsive and interactive user interface.</a:t>
            </a:r>
          </a:p>
          <a:p>
            <a:r>
              <a:rPr lang="en-US" sz="3200" b="1">
                <a:latin typeface="Times New Roman"/>
                <a:cs typeface="Times New Roman"/>
              </a:rPr>
              <a:t>Backend:</a:t>
            </a:r>
            <a:r>
              <a:rPr lang="en-US" sz="3200">
                <a:latin typeface="Times New Roman"/>
                <a:cs typeface="Times New Roman"/>
              </a:rPr>
              <a:t> Java with Spring Boot framework to handle server-side logic, REST APIs, and business operations.</a:t>
            </a:r>
          </a:p>
          <a:p>
            <a:r>
              <a:rPr lang="en-US" sz="3200" b="1">
                <a:latin typeface="Times New Roman"/>
                <a:cs typeface="Times New Roman"/>
              </a:rPr>
              <a:t>Database:</a:t>
            </a:r>
            <a:r>
              <a:rPr lang="en-US" sz="3200">
                <a:latin typeface="Times New Roman"/>
                <a:cs typeface="Times New Roman"/>
              </a:rPr>
              <a:t> MySQL (or PostgreSQL) for storing application data such as user details and records securely.</a:t>
            </a:r>
          </a:p>
          <a:p>
            <a:r>
              <a:rPr lang="en-US" sz="3200" b="1">
                <a:latin typeface="Times New Roman"/>
                <a:cs typeface="Times New Roman"/>
              </a:rPr>
              <a:t>Tools:</a:t>
            </a:r>
            <a:r>
              <a:rPr lang="en-US" sz="3200">
                <a:latin typeface="Times New Roman"/>
                <a:cs typeface="Times New Roman"/>
              </a:rPr>
              <a:t> Eclipse for development, Postman for API testing, and Maven/Gradle for project build management.</a:t>
            </a:r>
          </a:p>
          <a:p>
            <a:r>
              <a:rPr lang="en-IN" sz="3200" b="1">
                <a:latin typeface="Times New Roman"/>
                <a:cs typeface="Times New Roman"/>
              </a:rPr>
              <a:t>Hardware/Software Requirements:</a:t>
            </a:r>
            <a:br>
              <a:rPr lang="en-IN" sz="3200">
                <a:latin typeface="Times New Roman"/>
                <a:cs typeface="Times New Roman"/>
              </a:rPr>
            </a:br>
            <a:r>
              <a:rPr lang="en-IN" sz="3200">
                <a:latin typeface="Times New Roman"/>
                <a:cs typeface="Times New Roman"/>
              </a:rPr>
              <a:t>• </a:t>
            </a:r>
            <a:r>
              <a:rPr lang="en-IN" sz="3200" b="1">
                <a:latin typeface="Times New Roman"/>
                <a:cs typeface="Times New Roman"/>
              </a:rPr>
              <a:t>Hardware:</a:t>
            </a:r>
            <a:r>
              <a:rPr lang="en-IN" sz="3200">
                <a:latin typeface="Times New Roman"/>
                <a:cs typeface="Times New Roman"/>
              </a:rPr>
              <a:t> Minimum 4GB RAM, Dual-core Processor, and 20GB available disk space.</a:t>
            </a:r>
            <a:br>
              <a:rPr lang="en-IN" sz="3200">
                <a:latin typeface="Times New Roman"/>
                <a:cs typeface="Times New Roman"/>
              </a:rPr>
            </a:br>
            <a:r>
              <a:rPr lang="en-IN" sz="3200">
                <a:latin typeface="Times New Roman"/>
                <a:cs typeface="Times New Roman"/>
              </a:rPr>
              <a:t>• </a:t>
            </a:r>
            <a:r>
              <a:rPr lang="en-IN" sz="3200" b="1">
                <a:latin typeface="Times New Roman"/>
                <a:cs typeface="Times New Roman"/>
              </a:rPr>
              <a:t>Software:</a:t>
            </a:r>
            <a:r>
              <a:rPr lang="en-IN" sz="3200">
                <a:latin typeface="Times New Roman"/>
                <a:cs typeface="Times New Roman"/>
              </a:rPr>
              <a:t> Windows 10/11 or Linux OS, Java JDK 8+, Spring Boot, and any modern web browser.</a:t>
            </a:r>
            <a:endParaRPr lang="en-US" sz="32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US" sz="2800">
              <a:latin typeface="Times New Roman"/>
              <a:cs typeface="Times New Roman"/>
            </a:endParaRPr>
          </a:p>
          <a:p>
            <a:pPr marL="457200" indent="-457200">
              <a:buFontTx/>
              <a:buChar char="-"/>
            </a:pPr>
            <a:endParaRPr lang="en-IN"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91409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>
                <a:latin typeface="Times New Roman"/>
                <a:cs typeface="Times New Roman"/>
              </a:rPr>
              <a:t>Module 1: User Management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Handles user registration and secure login authentication.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Manages user profiles and account details.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Implements password encryption and security features.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Supports role-based access (admin/user).</a:t>
            </a:r>
          </a:p>
          <a:p>
            <a:r>
              <a:rPr lang="en-US" sz="2800" b="1">
                <a:latin typeface="Times New Roman"/>
                <a:cs typeface="Times New Roman"/>
              </a:rPr>
              <a:t>Module 2: Quiz/Test Management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Allows creation and management of quizzes and question banks.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Handles user participation and submission of tests.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Supports different question types (MCQ, descriptive).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Manages timing and auto-submission of tests.</a:t>
            </a:r>
          </a:p>
          <a:p>
            <a:r>
              <a:rPr lang="en-US" sz="2800" b="1">
                <a:latin typeface="Times New Roman"/>
                <a:cs typeface="Times New Roman"/>
              </a:rPr>
              <a:t>Module 3: Database Management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Stores user data, questions, and test results securely.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Retrieves and updates data while maintaining integrity.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Performs backup and recovery of important data.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Optimizes queries for faster performance.</a:t>
            </a:r>
          </a:p>
          <a:p>
            <a:r>
              <a:rPr lang="en-US" sz="2800" b="1">
                <a:latin typeface="Times New Roman"/>
                <a:cs typeface="Times New Roman"/>
              </a:rPr>
              <a:t>Module 4: Result &amp; Analytics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Calculates scores and displays test results.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Provides basic performance analysis and reports.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Tracks user progress over multiple tests.</a:t>
            </a:r>
            <a:br>
              <a:rPr lang="en-US" sz="2800">
                <a:latin typeface="Times New Roman"/>
                <a:cs typeface="Times New Roman"/>
              </a:rPr>
            </a:br>
            <a:r>
              <a:rPr lang="en-US" sz="2800">
                <a:latin typeface="Times New Roman"/>
                <a:cs typeface="Times New Roman"/>
              </a:rPr>
              <a:t>Generates graphical insights for better understanding</a:t>
            </a:r>
          </a:p>
          <a:p>
            <a:endParaRPr lang="en-IN"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2" name="Picture 1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E03102DA-FD4F-0C2D-7477-B4D4DFF3A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379" y="2511207"/>
            <a:ext cx="14604174" cy="524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4FAB8B-B054-1531-D0DF-341C8ABAF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626" y="1550841"/>
            <a:ext cx="14035260" cy="76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FA9706-BE34-E583-3C8E-94ED6C69C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944" y="1695376"/>
            <a:ext cx="15557244" cy="734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402236" y="16320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D29042-792D-DDB2-6971-121BDFC7F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974" y="2648112"/>
            <a:ext cx="16477359" cy="338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15BE3-7334-5EC1-EF98-754168EDFC71}"/>
              </a:ext>
            </a:extLst>
          </p:cNvPr>
          <p:cNvSpPr txBox="1"/>
          <p:nvPr/>
        </p:nvSpPr>
        <p:spPr>
          <a:xfrm>
            <a:off x="2450786" y="2129579"/>
            <a:ext cx="14045782" cy="60016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2400" b="1">
                <a:latin typeface="Times New Roman"/>
                <a:cs typeface="Times New Roman"/>
              </a:rPr>
              <a:t>Advantages</a:t>
            </a:r>
          </a:p>
          <a:p>
            <a:pPr>
              <a:buNone/>
            </a:pPr>
            <a:r>
              <a:rPr lang="en-US" sz="2400">
                <a:latin typeface="Times New Roman"/>
                <a:cs typeface="Times New Roman"/>
              </a:rPr>
              <a:t>• Provides easy and quick access to quizzes/tests from anywhere.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Reduces manual work and saves time in evaluation.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Ensures secure data storage and user authentication.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Gives instant results and performance analysis.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Scalable system that can handle multiple users simultaneously.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Improves user experience with a responsive interface.</a:t>
            </a:r>
          </a:p>
          <a:p>
            <a:pPr>
              <a:buNone/>
            </a:pPr>
            <a:br>
              <a:rPr lang="en-US" sz="2400"/>
            </a:br>
            <a:endParaRPr lang="en-US" sz="24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400" b="1">
                <a:latin typeface="Times New Roman"/>
                <a:cs typeface="Times New Roman"/>
              </a:rPr>
              <a:t>Limitations</a:t>
            </a:r>
          </a:p>
          <a:p>
            <a:pPr>
              <a:buNone/>
            </a:pPr>
            <a:r>
              <a:rPr lang="en-US" sz="2400">
                <a:latin typeface="Times New Roman"/>
                <a:cs typeface="Times New Roman"/>
              </a:rPr>
              <a:t>• Requires a stable internet connection to function properly.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Initial setup and development can be time-consuming.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Security risks if not properly implemented (data breaches).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Limited offline functionality.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Performance may decrease with very high user load if not optimized.</a:t>
            </a:r>
            <a:br>
              <a:rPr lang="en-US" sz="2400">
                <a:latin typeface="Times New Roman"/>
                <a:cs typeface="Times New Roman"/>
              </a:rPr>
            </a:br>
            <a:r>
              <a:rPr lang="en-US" sz="2400">
                <a:latin typeface="Times New Roman"/>
                <a:cs typeface="Times New Roman"/>
              </a:rPr>
              <a:t>• Requires regular maintenance and updates.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</Words>
  <Application>Microsoft Office PowerPoint</Application>
  <PresentationFormat>Custom</PresentationFormat>
  <Paragraphs>238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Times New Roman</vt:lpstr>
      <vt:lpstr>Bookman Old Style</vt:lpstr>
      <vt:lpstr>Calibri</vt:lpstr>
      <vt:lpstr>Wingdings</vt:lpstr>
      <vt:lpstr>Gotham</vt:lpstr>
      <vt:lpstr>Gotham Bold Italics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OORRJITHA</dc:creator>
  <cp:lastModifiedBy>likhithareddy35@outlook.com</cp:lastModifiedBy>
  <cp:revision>13</cp:revision>
  <dcterms:created xsi:type="dcterms:W3CDTF">2006-08-16T00:00:00Z</dcterms:created>
  <dcterms:modified xsi:type="dcterms:W3CDTF">2026-05-04T21:14:59Z</dcterms:modified>
  <dc:identifier>DAHCaYqJ9OU</dc:identifier>
</cp:coreProperties>
</file>