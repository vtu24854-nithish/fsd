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60" r:id="rId6"/>
    <p:sldId id="261" r:id="rId7"/>
    <p:sldId id="272" r:id="rId8"/>
    <p:sldId id="262" r:id="rId9"/>
    <p:sldId id="263" r:id="rId10"/>
    <p:sldId id="264" r:id="rId11"/>
    <p:sldId id="269" r:id="rId12"/>
    <p:sldId id="266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2:59.7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246 3941 24575,'1'33'0,"2"1"0,1-1 0,2 0 0,1 0 0,1 0 0,2-1 0,1 0 0,2-1 0,1-1 0,19 31 0,54 56 0,-54-67 0,-14-22 0,19 36 0,-33-55 0,-1 0 0,0 0 0,-1 1 0,0-1 0,-1 1 0,0 0 0,0-1 0,0 18 0,-21 185 0,17-199 0,-1 10 0,-2 1 0,0-1 0,-2 0 0,0 0 0,-2-1 0,0 0 0,-2 0 0,0-1 0,-15 21 0,23-38 0,0 0 0,0 0 0,0-1 0,0 1 0,-1-1 0,1 1 0,-1-1 0,0 0 0,0 0 0,0-1 0,0 1 0,-1-1 0,1 0 0,-1 0 0,1-1 0,-1 1 0,0-1 0,1 0 0,-1 0 0,0-1 0,0 1 0,0-1 0,0 0 0,1 0 0,-1-1 0,0 1 0,0-1 0,0 0 0,1-1 0,-1 1 0,0-1 0,1 0 0,0 0 0,-1 0 0,1 0 0,0-1 0,-5-4 0,-14-12 0,2-2 0,0 0 0,-30-41 0,41 48 0,0-1 0,1-1 0,1 0 0,1 0 0,0 0 0,1-1 0,-6-27 0,6 6 0,-2-44 0,6 48 0,-1 1 0,-9-38 0,-7 2 0,8 32 0,2 0 0,1-1 0,1 0 0,-1-69 0,28-155 0,0-1 0,-20 212 0,-1 27 0,4-37 0,-2 60 0,-1 0 0,0-1 0,0 1 0,1 0 0,-1 0 0,1 0 0,-1-1 0,1 1 0,0 0 0,-1 0 0,1 0 0,0 0 0,0 0 0,-1 0 0,1 0 0,0 0 0,0 0 0,0 0 0,0 1 0,1-1 0,-1 0 0,0 1 0,0-1 0,0 1 0,0-1 0,1 1 0,-1 0 0,0-1 0,2 1 0,5-1 0,0 0 0,-1 1 0,1 0 0,8 2 0,7-1 0,44-4 18,126-20-1,66-33-56,-100 20-121,512-92-797,119-20 966,-117 22-57,102 17-149,-726 105 197,0-3 0,0-1 0,61-20 0,-94 23 32,15-5 334,-1 1-1,49-6 1,-55 16-205,-26 4-112,-15 6-31,-39 14-18,-114 37 0,52-22 0,-1168 524-1584,913-360 1276,362-196 308,-37 25 0,45-31 0,1 0 0,0 0 0,0 0 0,-1 0 0,1 0 0,1 1 0,-1-1 0,0 0 0,0 1 0,1 0 0,0-1 0,-1 1 0,0 5 0,2-8 6,0 1-1,0 0 0,0 0 0,0 0 1,1 0-1,-1 0 0,0 0 1,1 0-1,-1 0 0,1 0 0,-1 0 1,1-1-1,-1 1 0,1 0 1,0 0-1,-1-1 0,1 1 0,0 0 1,0-1-1,0 1 0,-1 0 1,1-1-1,0 0 0,0 1 0,0-1 1,0 1-1,0-1 0,0 0 1,0 0-1,1 1 0,19 4 190,0-1-1,1 0 1,-1-2-1,1 0 1,29-3-1,-14 2-116,988-25-538,-1-52-128,-927 68 567,161-16-161,-180 13 119,94-26-1,-127 23 290,-1-2 1,0-3 0,70-39-1,-102 53 429,-38 22-414,-334 175-310,-11-22-875,158-75 431,-1074 416 322,1131-460 102,-3-7 0,-2-7 1,-238 25-1,-411-15 89,792-47-84,5 0 237,0 1 1,0-2-1,-1 0 0,-12-3 1,23 3-100,0 1 1,1-1 0,-1 0 0,0 0 0,1 0 0,-1 0 0,1-1-1,-1 1 1,1 0 0,0-1 0,0 0 0,0 0 0,0 0 0,0 0-1,0 0 1,0 0 0,0 0 0,1 0 0,-1-1 0,1 1-1,0-1 1,-1 1 0,1-1 0,-1-3 0,-9-61 41,8 43-105,-9-36-1,-107-274 10,-27 11 0,103 230 0,-11-25 0,-52-168 0,98 246 0,9 20 0,-1 20 0,0 0 0,0-1 0,0 1 0,0 0 0,0-1 0,1 1 0,-1 0 0,0-1 0,0 1 0,0 0 0,1-1 0,-1 1 0,0 0 0,1-1 0,-1 1 0,0 0 0,0 0 0,1-1 0,-1 1 0,1 0 0,-1 0 0,0 0 0,1 0 0,-1 0 0,0-1 0,1 1 0,-1 0 0,1 0 0,-1 0 0,0 0 0,1 0 0,-1 0 0,1 0 0,2 1 0,-1 0 0,0 1 0,0-1 0,0 0 0,0 0 0,0 1 0,0 0 0,0-1 0,0 1 0,-1 0 0,1 0 0,-1 0 0,1 0 0,-1 0 0,2 2 0,3 5 0,17 22 0,62 74 0,-72-92 0,1 0 0,0 0 0,0-2 0,1 1 0,20 10 0,4-3 0,0-1 0,1-2 0,1-2 0,0-2 0,66 11 0,212 10 0,62-25 0,-381-8 0,13-1 0,-1 1 0,0 1 0,17 3 0,-26-3 0,-1-1 0,0 1 0,1 0 0,-1 0 0,0 0 0,0 0 0,1 0 0,-1 0 0,0 0 0,3 4 0,-4-4 0,0 0 0,-1-1 0,1 1 0,-1 0 0,1 0 0,-1 0 0,1 0 0,-1 0 0,1 0 0,-1 0 0,0 0 0,0 0 0,0 0 0,1 0 0,-1 1 0,0-1 0,0 0 0,-1 0 0,1 0 0,0 0 0,0 0 0,0 0 0,-1 0 0,1 0 0,-1 1 0,-2 3 0,0-1 0,-1 0 0,1 0 0,-1 0 0,0-1 0,0 0 0,0 1 0,0-1 0,-1-1 0,1 1 0,-1-1 0,0 1 0,0-1 0,-6 1 0,0 2 0,-77 29 0,-1-4 0,-174 34 0,146-39 0,-118 42 0,188-48 0,35-9 0,12-10 0,0 0 0,0 0 0,0 1 0,0-1 0,0 0 0,0 0 0,0 1 0,1-1 0,-1 0 0,0 0 0,0 1 0,0-1 0,0 0 0,0 0 0,0 1 0,0-1 0,0 0 0,1 0 0,-1 0 0,0 1 0,0-1 0,0 0 0,1 0 0,-1 0 0,0 0 0,0 1 0,0-1 0,1 0 0,-1 0 0,0 0 0,0 0 0,1 0 0,-1 0 0,36 7 0,149 1 0,-106-6 0,707 32-1694,-358-13 618,-256-14 906,1886 52-2047,-2033-60 2250,-3 1 256,0 0 0,43 7 0,-65-8-267,1 1 1,0 0-1,-1 0 0,1 0 0,0 0 1,-1 0-1,1 0 0,0 1 0,-1-1 1,1 0-1,-1 0 0,1 0 0,0 1 1,-1-1-1,1 0 0,-1 0 1,1 1-1,-1-1 0,1 1 0,-1-1 1,1 0-1,-1 1 0,1-1 0,-1 1 1,0-1-1,1 1 0,-1-1 1,1 1-1,-1 0 0,0-1 0,0 1 1,1-1-1,-1 1 0,0 0 0,0-1 1,0 1-1,0-1 0,0 1 1,0 0-1,0-1 0,0 1 0,0 0 1,0-1-1,0 1 0,0 0 0,0-1 1,-1 1-1,1-1 0,0 1 1,0 0-1,-1-1 0,1 1 0,0-1 1,-1 1-1,1-1 0,0 1 0,-1-1 1,1 1-1,-1-1 0,1 0 0,-1 1 1,1-1-1,-1 1 0,0-1 1,-38 29 1060,-2-6-933,-1-1 0,-1-3 0,-1-1 0,-1-3-1,-70 16 1,-243 25 569,188-34-611,-729 106-1161,456-70 1053,-92 13 0,496-65 0,20-4 0,1 1 0,0 1 0,-1 0 0,-20 9 0,39-13 0,0 0 0,1 0 0,-1 1 0,0-1 0,0 0 0,0 0 0,0 0 0,1 0 0,-1 0 0,0 0 0,0 1 0,0-1 0,0 0 0,0 0 0,1 0 0,-1 0 0,0 1 0,0-1 0,0 0 0,0 0 0,0 0 0,0 1 0,0-1 0,0 0 0,0 0 0,0 0 0,0 1 0,0-1 0,0 0 0,0 0 0,0 1 0,0-1 0,0 0 0,0 0 0,0 0 0,0 1 0,0-1 0,0 0 0,0 0 0,0 0 0,0 1 0,-1-1 0,1 0 0,0 0 0,0 0 0,0 0 0,0 0 0,0 1 0,-1-1 0,1 0 0,0 0 0,0 0 0,0 0 0,-1 0 0,18 3 0,0-1 0,0-1 0,0 0 0,0-2 0,28-3 0,-18 2 0,529-80-269,-463 65 158,274-50 35,137-32 76,659-154-1231,-3-52-481,-836 195 760,-287 91 950,-32 16 20,0 0 0,1 0 1,-1 1-1,0 0 1,1 0-1,0 0 1,-1 1-1,7-2 1,-11 3 1,-1 0 0,0 1 0,0-1 0,1 0-1,-1 0 1,0 0 0,0 1 0,1-1 0,-1 0 0,0 0 0,0 1 0,0-1 0,1 0 0,-1 0 0,0 1-1,0-1 1,0 0 0,0 1 0,0-1 0,0 0 0,1 1 0,-1-1 0,0 0 0,0 0 0,0 1-1,0-1 1,0 0 0,0 1 0,0-1 0,0 0 0,-1 1 0,1-1 0,0 0 0,0 1 0,0-1 0,0 0-1,0 1 1,0-1 0,-1 0 0,1 0 0,0 1 0,0-1 0,0 0 0,-1 1 0,-7 15 247,0-6 166,0 0 0,0-1-1,-1 0 1,-15 13 0,12-12 74,1 0 1,-18 22-1,19-20-448,2 1 0,0 0-1,0 1 1,2 0 0,-11 29 0,15-37-57,0 0 0,1 0 0,0 0 0,0 0 0,0 0 0,1 0 0,0 1 0,0-1 0,0 0 0,1 0 0,0 0 0,0 0 0,1 0 0,0 0 0,0 0 0,0 0 0,0-1 0,4 7 0,6 3-2,0-1 0,1 0 0,0-1 0,0-1 0,2 0 0,0-1 0,0 0 0,1-1 0,0-1 0,0 0 0,32 11 0,9 0 0,1-2 0,84 14 0,23-6-437,194 6-1,174-20-972,-482-12 1313,1009-48-995,-8-66 1172,-936 101-154,-8-1-52,185-14-126,-267 30 529,-27-1-243,0 0 0,0 0 1,0 0-1,0-1 0,0 1 0,0 0 0,0 0 1,0-1-1,0 1 0,0-1 0,0 1 1,-1-1-1,1 0 0,0 1 0,0-1 0,-2 0 1,-184 50 1309,-5 0-506,-79 23-760,-78 17-878,-81 11-183,-1694 285-2949,392-184 0,1316-174 3814,326-26 629,74-4-122,16 1-380,0 1 0,0 0 0,-1 0 1,1 0-1,0 0 0,0 0 0,0-1 0,0 1 0,0 0 1,0 0-1,0 0 0,0 0 0,0 0 0,0-1 0,0 1 1,0 0-1,0 0 0,0 0 0,0 0 0,0-1 0,0 1 1,0 0-1,0 0 0,0 0 0,0 0 0,0 0 0,0-1 1,0 1-1,0 0 0,1 0 0,-1 0 0,0 0 0,0 0 1,0-1-1,0 1 0,0 0 0,0 0 0,0 0 0,1 0 1,-1 0-1,0 0 0,0 0 0,0 0 0,0 0 0,0 0 1,1 0-1,-1 0 0,0-1 0,0 1 0,0 0 0,1 0 1,20-11 385,0 1 1,1 1-1,43-12 0,-11 4-10,325-91 1373,40 20-567,98-10-235,1996-240-2071,-1968 298 132,-72 13 0,-88 11 0,-98 9 0,-239 6 782,235 3-1058,-211 7 1328,-54-2 418,-16 3-7,-3-8-404,0 0 0,0 0 0,-1 0 0,1-1 0,-1 1-1,1 0 1,-1-1 0,0 1 0,1-1 0,-3 2 0,-12 8 297,0-2 0,-1 1 0,0-2 0,0 0 0,-26 7 0,-95 21 1321,63-22 191,-134 8 1,191-23-1673,43-5-249,182-13 36,-183 18 0,1206-16-2657,-307 53 943,-5 28 616,-858-60 956,288 30-526,-270-22 831,-58-7 250,-17-2-82,-39 1 143,-298 8 1375,13 4-1194,-110 13-1192,-122 27 29,-1643 200-2687,707-80 152,1418-168 2900,7 1 102,-112 0 1,173-9 98,0 0 0,-1 0 0,1 0 0,0-1 0,0 1 0,0-1 0,0 0 1,0 0-1,0 0 0,0 0 0,-4-2 0,7 3-41,0 0 0,-1-1 1,1 1-1,0 0 0,0-1 0,-1 1 0,1 0 0,0-1 1,0 1-1,0-1 0,0 1 0,0 0 0,0-1 0,0 1 1,0 0-1,0-1 0,0 1 0,0-1 0,0 1 0,0 0 1,0-1-1,0 1 0,0-1 0,0 1 0,0 0 1,0-1-1,0 1 0,1 0 0,-1-1 0,15-17 573,7 0-234,1 1 0,0 1-1,1 1 1,35-16 0,117-42 755,-167 69-1052,184-62 1238,267-57 0,216-6-1651,-641 123 211,1703-238-689,-1170 183 459,-3 36 246,-543 25 628,-20 1-320,-5-1-34,-37 2 297,-997 4 1984,804-7-2324,208 1-104,51 0 0,1062-23-1155,793-155-993,-1869 176 2148,214-41 0,-173 25 0,-34 6 271,-21 8 11,-10 1 51,-12 3 0,0 0 1,0 2-1,1 1 1,-1 1-1,-24 8 1,-3-1 52,-160 25-149,-376 16 1,-223-49-104,690-5-133,104 2-1,22-1 0,25 0 0,94-16 0,38-3 0,404 13 0,-362 9 0,288-1 0,-412-2 0,-66-2 0,-21-2 0,-22-2 0,0 0 0,-1 2 0,-47-3 0,16 2 0,-1110-85-1579,-20 61-258,-1856 146-1091,2976-110 3236,52-3 571,47-3-201,194-23 1239,1195-146-2247,312-31-1782,-1392 171 1949,394-12-873,-684 43 1785,-48-2-743,0 0-1,0 0 1,0 0 0,0 0 0,0-1 0,0 1 0,0 0-1,0 0 1,1 0 0,-1 0 0,0 0 0,0 0 0,0 0 0,0 0-1,0 0 1,0 0 0,0 0 0,1 1 0,-1-1 0,0 0 0,0 0-1,0 0 1,0 0 0,0 0 0,0 0 0,0 0 0,0 0 0,0 0-1,1 0 1,-1 0 0,0 0 0,0 0 0,0 0 0,0 1 0,0-1-1,0 0 1,0 0 0,0 0 0,0 0 0,0 0 0,0 0 0,0 0-1,0 0 1,0 1 0,0-1 0,0 0 0,0 0 0,0 0-1,0 0 1,0 0 0,0 0 0,0 0 0,0 1 0,0-1 0,0 0-1,0 0 1,0 0 0,0 0 0,0 0 0,-15 7 345,-55 10 576,-139 17-1,200-33-883,-277 31 640,-88-3-1064,-82-6 81,-1394 24-2488,-140 6 189,1636-45 6403,318-6-2826,-1 1 0,-50 11-1,-30 3 527,-302 52-1504,414-68 0,-61 8 0,0-2 0,0-3 0,-69-5 0,-96 5 0,-290 62 0,210-24 0,293-38 0,0-2 0,0 0 0,0-1 0,0-1 0,0-1 0,0-1 0,0 0 0,-31-9 0,13-1 0,0-1 0,-37-22 0,39 20 0,-1 1 0,0 2 0,0 2 0,-2 0 0,-39-4 0,-3-1 0,-96-18 0,174 33 0,0 0 0,0 0 0,0 0 0,0 0 0,0 0 0,0 0 0,0 0 0,-1-1 0,1 1 0,0 0 0,0-1 0,0 1 0,0-1 0,0 1 0,0-1 0,-1-1 0,2 1 0,1 0 0,-1-1 0,1 1 0,0 0 0,-1 0 0,1-1 0,0 1 0,0 0 0,0 0 0,-1 0 0,1 0 0,0 0 0,1 0 0,-1 0 0,0 0 0,0 0 0,0 1 0,0-1 0,1 0 0,1 0 0,245-128 0,205-66 0,128-26-164,641-186-1467,20 47-506,-828 249 1154,-115 36 0,-177 49 449,70-21-898,-164 36 947,-28 10 470,0 1 0,1 0 0,-1 0 0,1 0-1,-1-1 1,1 1 0,-1 0 0,0-1-1,1 1 1,-1 0 0,0-1 0,1 1-1,-1 0 1,0-1 0,0 1 0,1-1-1,-1 1 1,0 0 0,0-1 0,0 1 0,1-1-1,-1 1 1,0-1 0,0 0 0,-1-1 5,-1 1 1,0 0-1,1-1 0,-1 1 1,0 0-1,0 0 1,1 0-1,-1 0 1,0 0-1,0 0 1,0 0-1,0 1 1,0-1-1,0 1 1,-1-1-1,-2 1 1,-356-60 2804,220 41-1864,-457-55 3862,579 72-4692,5-1-59,0 1-1,1 1 1,-1 0-1,0 1 1,-18 2-1,29-2-40,0 1 0,0-1-1,0 1 1,1 0 0,-1 0-1,0 0 1,1 0 0,-1 1 0,1-1-1,-1 1 1,1 0 0,0-1-1,0 1 1,-1 0 0,1 0-1,1 1 1,-1-1 0,0 0-1,0 0 1,1 1 0,-1-1-1,1 1 1,0 0 0,0-1-1,0 1 1,0 0 0,0 0 0,1 0-1,-1-1 1,1 1 0,0 3-1,-1 31 0,1-1 0,7 48 0,-1-2 0,-5 54 0,-2-86 0,2 1 0,1-1 0,17 85 0,-15-120 0,0-1 0,1 1 0,1-1 0,0 0 0,1-1 0,1 1 0,0-1 0,0-1 0,1 1 0,20 19 0,-21-24 0,1 0 0,1-1 0,-1 0 0,1-1 0,0 1 0,1-2 0,0 0 0,-1 0 0,1-1 0,1 0 0,-1-1 0,1 0 0,-1-1 0,22 2 0,-4-4 0,0-1 0,0-2 0,0-1 0,-1-1 0,0-1 0,45-16 0,161-78 0,-177 74 0,135-61 0,482-244 0,-668 328 0,0 0 0,-1 0 0,1-1 0,-1 0 0,0 1 0,8-10 0,-12 12 0,0 0 0,0 0 0,-1 0 0,1 0 0,0-1 0,-1 1 0,1 0 0,-1 0 0,1-1 0,-1 1 0,0 0 0,0-1 0,1 1 0,-1 0 0,0-1 0,0 1 0,0 0 0,0-1 0,-1 1 0,1 0 0,0-1 0,0 1 0,-1 0 0,1-1 0,-1 1 0,1 0 0,-1 0 0,0 0 0,1-1 0,-1 1 0,0 0 0,0 0 0,-1-1 0,-17-20 0,1-1 0,1-1 0,0 0 0,3-1 0,0-1 0,1-1 0,-13-39 0,16 29 0,3-1 0,0 0 0,3-1 0,1 1 0,2-1 0,1 1 0,3-1 0,1 1 0,12-54 0,2 20 0,3 1 0,3 1 0,3 1 0,37-65 0,-27 62-27,4 2 0,2 2-1,4 1 1,2 3 0,113-114-1,-72 99-420,4 4-1,3 5 1,205-114-1,-110 89-151,270-96 0,-119 75 323,0 31 20,-318 81 421,1 1-1,34-1 1,-47 5 54,-1 0 1,1 0-1,-1 1 0,1 1 1,-1 0-1,18 8 0,3 2 61,-1 1 0,0 2 0,-2 1 0,0 2-1,37 29 1,-49-32-279,1-2 0,1 0 0,0 0 0,1-2 0,43 18 0,-58-28 0,1 0 0,-1-1 0,0 0 0,1 0 0,-1-1 0,1 0 0,-1 0 0,1-1 0,8-1 0,57-18 0,-46 12 0,72-23 0,120-57 0,-158 59 0,-1-3 0,-2-2 0,60-48 0,-111 78 0,0-1 0,-1 0 0,1 0 0,-1-1 0,0 1 0,7-12 0,-12 16 0,1 0 0,0-1 0,-1 1 0,1 0 0,0-1 0,-1 1 0,0-1 0,1 1 0,-1 0 0,0-1 0,0 1 0,0-1 0,0 1 0,0-1 0,0 1 0,0-1 0,0 1 0,0-1 0,-1 1 0,1-1 0,-1 1 0,1 0 0,-1-1 0,0 1 0,1 0 0,-1-1 0,0 1 0,0 0 0,0 0 0,0 0 0,0 0 0,0 0 0,0 0 0,0 0 0,0 0 0,-1 0 0,1 0 0,0 1 0,-2-2 0,-6-2 35,0 0 1,0 0-1,-1 1 0,1 0 0,-1 1 0,1 0 0,-1 1 0,-14-1 0,-87 3-668,72 1-415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3:08.8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1009 1722 24575,'-98'-87'0,"22"22"0,-243-231 0,303 281 0,-4-4 0,0 0 0,2-1 0,0-1 0,-28-43 0,45 62 0,0 0 0,0-1 0,0 1 0,1 0 0,-1-1 0,0 1 0,1-1 0,0 1 0,-1-1 0,1 1 0,0-1 0,0 1 0,1-1 0,-1 1 0,0-1 0,1 1 0,-1 0 0,1-1 0,0 1 0,0 0 0,0-1 0,0 1 0,0 0 0,1 0 0,-1 0 0,1 0 0,-1 0 0,1 0 0,0 0 0,0 0 0,2-1 0,8-6 0,0 0 0,1 1 0,-1 1 0,19-8 0,-19 9 0,130-57 0,4 6 0,159-41 0,96 9 0,7 25 0,75-14 0,-440 69 0,-26 4 0,0 1 0,1 1 0,0 1 0,0 0 0,31 2 0,-79 9 0,-749 117 0,706-117 0,-98 24 0,171-33 0,0 0 0,0 0 0,0 0 0,0 0 0,0 0 0,0 0 0,1 0 0,-1 1 0,0-1 0,0 0 0,0 0 0,0 0 0,0 0 0,0 0 0,0 0 0,0 0 0,0 1 0,0-1 0,0 0 0,0 0 0,0 0 0,0 0 0,-1 0 0,1 0 0,0 0 0,0 0 0,0 1 0,0-1 0,0 0 0,0 0 0,0 0 0,0 0 0,0 0 0,0 0 0,0 0 0,0 0 0,0 0 0,-1 0 0,1 0 0,0 1 0,0-1 0,0 0 0,0 0 0,0 0 0,0 0 0,0 0 0,0 0 0,-1 0 0,1 0 0,0 0 0,0 0 0,0 0 0,0 0 0,0 0 0,0 0 0,0 0 0,-1 0 0,1 0 0,0 0 0,0 0 0,0 0 0,0-1 0,0 1 0,13 3 0,24-1 0,79-5 0,138-20 0,114-39 0,19-40 0,-11-30 0,-241 83 0,-113 42 0,-1-2 0,0 0 0,0-1 0,28-18 0,-27 7 0,-22 21 0,1-1 0,-1 0 0,1 1 0,-1-1 0,1 0 0,-1 1 0,0-1 0,1 0 0,-1 1 0,0-1 0,0 0 0,1 0 0,-1 0 0,0 1 0,0-1 0,0 0 0,0 0 0,0 1 0,0-1 0,0 0 0,0 0 0,-1 0 0,1 1 0,0-1 0,0 0 0,-1 0 0,1 1 0,-1-2 0,0 1 0,0 1 0,0-1 0,0 0 0,0 1 0,0-1 0,-1 1 0,1 0 0,0-1 0,0 1 0,0 0 0,-1 0 0,1 0 0,0 0 0,0 0 0,-1 0 0,1 0 0,0 0 0,0 0 0,-1 0 0,1 1 0,0-1 0,0 1 0,0-1 0,0 1 0,0-1 0,-1 1 0,1 0 0,0-1 0,-1 3 0,-34 22 0,-130 144 0,104-102 0,54-58 0,1 1 0,0-1 0,0 1 0,1 0 0,1 1 0,-1-1 0,2 1 0,-1 0 0,2 1 0,0-1 0,0 0 0,-2 17 0,2 12 0,1 0 0,5 53 0,-1-37 0,3 253 0,-6-307 0,1 0 0,0 0 0,0 0 0,0 0 0,0 1 0,1-1 0,-1 0 0,1 0 0,-1 0 0,1 0 0,0 0 0,-1 0 0,1 0 0,0 0 0,2 2 0,-3-4 0,1 1 0,-1-1 0,1 0 0,-1 0 0,1 0 0,-1 1 0,0-1 0,1 0 0,-1 0 0,1 0 0,0 0 0,-1 0 0,1 0 0,-1 0 0,1 0 0,-1 0 0,1 0 0,-1 0 0,1 0 0,-1 0 0,1 0 0,-1-1 0,1 1 0,19-14 0,-4-4 0,-1 1 0,-1-2 0,-1 0 0,-1-1 0,17-34 0,25-41 0,16 2 0,4 3 0,135-127 0,-69 92 0,-136 122 0,-1-1 0,1 1 0,-1-1 0,0 0 0,0 0 0,0 0 0,-1 0 0,1 0 0,-1-1 0,0 1 0,0-1 0,0 1 0,-1-1 0,0 0 0,0 0 0,0 0 0,-1 0 0,1 1 0,-1-1 0,0 0 0,0 0 0,-1 0 0,0 0 0,0 0 0,-2-8 0,-5-8 0,0 0 0,-1 1 0,-2 0 0,-18-27 0,9 12 0,8 15 0,5 6 0,-1 0 0,-1 0 0,-1 0 0,-19-21 0,26 32 0,-1 0 0,0 0 0,0 0 0,0 0 0,0 1 0,0-1 0,-1 1 0,1 0 0,-1 0 0,1 1 0,-1-1 0,0 1 0,1 0 0,-1 1 0,0-1 0,0 1 0,0 0 0,0 0 0,0 0 0,-8 2 0,6 0 0,0-1 0,0 2 0,0-1 0,0 1 0,1 0 0,-1 0 0,1 0 0,0 1 0,0 0 0,0 1 0,0-1 0,1 1 0,0 0 0,0 0 0,0 1 0,1 0 0,-6 8 0,-3 9 0,1 1 0,1 1 0,-12 36 0,13-32 0,-23 46 0,19-52 0,-2-1 0,0 0 0,-1-1 0,-1 0 0,-1-2 0,-1 0 0,-28 20 0,-164 98 0,186-122 0,-211 118 0,218-122 0,1-1 0,-1 0 0,-1-2 0,0 0 0,0-1 0,0-1 0,-1-1 0,0-1 0,0 0 0,0-2 0,0 0 0,-1-2 0,1 0 0,-40-7 0,4-4 0,1-3 0,1-2 0,-63-28 0,110 40 0,1 2 0,-1-1 0,0 1 0,0 0 0,0 1 0,-9-1 0,13 2 0,-1 0 0,0 0 0,1 1 0,-1 0 0,1 0 0,-1 0 0,1 1 0,0 0 0,-1-1 0,1 1 0,0 1 0,-4 2 0,2-2 0,0 1 0,0-1 0,0 0 0,0-1 0,0 0 0,-1 0 0,1 0 0,-1-1 0,1 0 0,-1 0 0,-9 0 0,-3-2 0,1-1 0,-33-8 0,7 2 0,-166-27 0,-236-7 0,336 39 0,-1 5 0,1 4 0,-216 42 0,231-19 0,74-20 0,-1-2 0,0-1 0,0-1 0,-35 4 0,41-8 0,-20 1 0,36-2 0,0 0 0,0 0 0,0 0 0,0 0 0,0 0 0,0 0 0,0 0 0,0 0 0,0 0 0,0 0 0,0 0 0,0 0 0,0-1 0,0 1 0,0 0 0,0 0 0,0 0 0,0 0 0,0 0 0,0 0 0,23-4 0,15-3 0,51-17 0,26-6 0,-34 18 0,105 0 0,84 13 0,-141 1 0,-106-2 0,1 2 0,-1 0 0,0 1 0,0 2 0,0 0 0,0 1 0,-1 2 0,37 17 0,-16-6 0,0-2 0,1-2 0,0-2 0,1-2 0,89 10 0,234-7 0,-309-16 0,-39 0 0,-1 1 0,0 0 0,1 2 0,-1 0 0,0 2 0,23 4 0,-40-6 0,0 0 0,0-1 0,0 1 0,-1 0 0,1 0 0,0 0 0,0 0 0,-1 0 0,1 0 0,0 1 0,-1-1 0,1 1 0,-1-1 0,0 1 0,1-1 0,-1 1 0,0 0 0,0-1 0,0 1 0,0 0 0,-1 0 0,2 2 0,-2-1 0,1 1 0,-1-1 0,0 1 0,0-1 0,0 1 0,0-1 0,-1 1 0,0-1 0,1 1 0,-1-1 0,-3 7 0,-1 1 0,-1 0 0,0 0 0,0 0 0,-2-1 0,1 0 0,-12 12 0,-15 10 0,-1-3 0,-2-1 0,-41 25 0,-47 35 0,121-85-91,1 0 0,-1 1 0,0-2 0,0 1 0,-1 0 0,1-1 0,-1 1 0,1-1 0,-1-1 0,0 1 0,1-1 0,-1 1 0,0-1 0,-7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3:30.1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3939 1186 24575,'1'-1'0,"-1"0"0,0 0 0,1-1 0,0 1 0,-1 0 0,1 0 0,0 0 0,-1 0 0,1 0 0,0 0 0,0 0 0,0 1 0,0-1 0,0 0 0,0 0 0,0 1 0,0-1 0,0 0 0,0 1 0,2-1 0,31-13 0,-24 11 0,87-44 0,17-5 0,43-2 0,-129 48 0,-23 5 0,1 1 0,-1-1 0,0-1 0,1 1 0,-1-1 0,0 0 0,0 0 0,0 0 0,0 0 0,0-1 0,6-5 0,-11 8 0,1-1 0,-1 0 0,1 0 0,-1 0 0,0 1 0,1-1 0,-1 0 0,0 0 0,0 0 0,1 0 0,-1 0 0,0 0 0,0 0 0,0 0 0,0 0 0,0 0 0,0 0 0,-1 1 0,1-1 0,0 0 0,0 0 0,-1 0 0,1 0 0,0 0 0,-1 0 0,1 1 0,-1-1 0,1 0 0,-1 0 0,1 1 0,-1-1 0,0 0 0,1 1 0,-1-1 0,0 0 0,0 1 0,-1-2 0,-1 0 0,-1 0 0,1-1 0,-1 1 0,0 1 0,1-1 0,-1 0 0,-6-1 0,-10 0 0,0 1 0,-1 1 0,0 1 0,-22 2 0,-8-1 0,-144-1 0,-243-32 0,407 29 0,12 1 0,0 0 0,0-1 0,1-1 0,-1-1 0,1 0 0,-33-15 0,36 12 0,0 1 0,-1 1 0,0 0 0,0 1 0,-32-5 0,-88-4 0,91 11 0,-836-12 0,327 15 0,512 2 0,-1 2 0,0 2 0,1 1 0,-53 18 0,-91 14 0,55-26 0,-1-6 0,-1-6 0,1-6 0,-140-23 0,153 9 0,-158-47 0,274 66 0,0-1 0,0 0 0,1 0 0,-1 0 0,0-1 0,1 1 0,-1-1 0,1 1 0,-3-3 0,4 4 0,1 0 0,0 0 0,0-1 0,0 1 0,0 0 0,0 0 0,0 0 0,0 0 0,-1-1 0,1 1 0,0 0 0,0 0 0,0 0 0,0-1 0,0 1 0,0 0 0,0 0 0,0 0 0,0-1 0,0 1 0,0 0 0,0 0 0,0 0 0,0-1 0,0 1 0,0 0 0,1 0 0,-1 0 0,0 0 0,0-1 0,0 1 0,0 0 0,0 0 0,0 0 0,0 0 0,1-1 0,-1 1 0,0 0 0,0 0 0,0 0 0,19-6 0,88-1 0,-73 6 0,62-10 0,-70 5 0,1-1 0,-1-1 0,0-2 0,-1 0 0,0-2 0,0-1 0,-2 0 0,32-25 0,211-128 0,-257 161 0,-4 3 0,-1 0 0,0 0 0,-1-1 0,1 1 0,0-1 0,-1 0 0,1 0 0,3-5 0,-7 8 0,0 0 0,0 0 0,1 0 0,-1 0 0,0-1 0,0 1 0,0 0 0,0 0 0,0 0 0,1-1 0,-1 1 0,0 0 0,0 0 0,0 0 0,0-1 0,0 1 0,0 0 0,0 0 0,0-1 0,0 1 0,0 0 0,0 0 0,0 0 0,0-1 0,0 1 0,0 0 0,0 0 0,0-1 0,0 1 0,0 0 0,0 0 0,-1 0 0,1-1 0,0 1 0,0 0 0,0 0 0,0 0 0,0-1 0,-1 1 0,1 0 0,0 0 0,0 0 0,0 0 0,0 0 0,-1-1 0,1 1 0,0 0 0,0 0 0,0 0 0,-1 0 0,-15 0 0,4 6 0,12-6 0,1 0 0,-1 1 0,0-1 0,0 0 0,0 1 0,0-1 0,0 0 0,1 0 0,-1 1 0,0-1 0,0 0 0,0 1 0,1-1 0,-1 0 0,0 0 0,0 1 0,1-1 0,-1 0 0,0 0 0,1 0 0,-1 0 0,0 1 0,1-1 0,-1 0 0,0 0 0,1 0 0,-1 0 0,0 0 0,1 0 0,-1 0 0,0 0 0,1 0 0,-1 0 0,0 0 0,1 0 0,-1 0 0,1 0 0,15 1 0,1-1 0,0-1 0,-1 0 0,1-1 0,-1-1 0,0 0 0,28-10 0,-15 4 0,516-147 0,112-30 0,-637 181 0,-11 2 0,0 1 0,1 0 0,-1 0 0,0 1 0,14 0 0,-23 1 0,0 0 0,1 0 0,-1-1 0,1 1 0,-1 0 0,0 0 0,1 0 0,-1 0 0,0 1 0,1-1 0,-1 0 0,1 0 0,-1 0 0,0 0 0,1 0 0,-1 0 0,0 1 0,1-1 0,-1 0 0,0 0 0,0 0 0,1 1 0,-1-1 0,0 0 0,1 0 0,-1 1 0,0-1 0,0 0 0,0 1 0,1-1 0,-1 0 0,0 1 0,0-1 0,0 0 0,0 1 0,0-1 0,0 0 0,0 1 0,1-1 0,-1 1 0,0-1 0,0 0 0,0 1 0,0-1 0,-1 0 0,1 1 0,0-1 0,0 1 0,0-1 0,0 0 0,0 1 0,0-1 0,-1 0 0,1 1 0,0-1 0,0 0 0,0 0 0,-1 1 0,1-1 0,0 0 0,0 1 0,-1-1 0,1 0 0,0 0 0,-1 0 0,1 1 0,-20 18 0,1-8 0,0-1 0,0 0 0,0-2 0,-1 0 0,-1-1 0,-29 6 0,19-4 0,-37 10 0,17-7 0,1 3 0,1 2 0,-72 36 0,116-51 0,0 1 0,1 0 0,-1 0 0,1 0 0,0 1 0,0-1 0,0 1 0,0 0 0,1 1 0,-1-1 0,1 0 0,0 1 0,-4 8 0,5-6 0,0 1 0,0-1 0,1 1 0,-1-1 0,2 1 0,-1-1 0,1 1 0,0-1 0,1 8 0,0-9 342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3:42.32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51 78 24575,'3'3'0,"1"-1"0,-1 1 0,-1 0 0,1-1 0,0 1 0,-1 1 0,1-1 0,-1 0 0,0 1 0,3 6 0,-1-4 0,98 186 0,-92-173 0,-2 0 0,0 1 0,-1 0 0,-2 0 0,0 0 0,-1 1 0,0 0 0,-2-1 0,-1 1 0,-2 40 0,0-27 0,2 197 0,9-158 0,-6-45 0,3 51 0,13-116 0,76-160 0,-73 157 0,1 1 0,53-64 0,-72 98 0,1 0 0,0 1 0,0-1 0,1 1 0,-1 0 0,1 1 0,0 0 0,0 0 0,12-4 0,21-9 0,394-224 0,-31 16 0,-235 140 0,-203 101 0,1 2 0,-49 36 0,-70 64 0,131-99 0,0 2 0,1 0 0,-24 34 0,45-56 0,-1 0 0,0 1 0,1-1 0,-1 1 0,1 0 0,-1-1 0,1 1 0,0-1 0,-1 1 0,1 0 0,-1-1 0,1 1 0,0 0 0,0 0 0,-1-1 0,1 1 0,0 0 0,0 0 0,0-1 0,0 1 0,0 0 0,0 0 0,0-1 0,0 1 0,0 0 0,0 0 0,0-1 0,1 1 0,-1 0 0,0-1 0,0 1 0,1 0 0,-1 0 0,0-1 0,1 1 0,-1-1 0,1 1 0,-1 0 0,1-1 0,-1 1 0,1-1 0,-1 1 0,1-1 0,0 1 0,-1-1 0,1 0 0,0 1 0,-1-1 0,1 0 0,0 1 0,0-1 0,-1 0 0,1 0 0,0 0 0,0 0 0,-1 0 0,1 0 0,0 0 0,0 0 0,1 0 0,9 1 0,0-1 0,0-1 0,14-1 0,-19 1 0,448-26 0,-453 27 0,8 0 0,0 0 0,0 1 0,17 3 0,-26-4 0,1 0 0,0 0 0,0 0 0,0 0 0,0 0 0,-1 0 0,1 1 0,0-1 0,0 0 0,-1 1 0,1-1 0,0 1 0,0-1 0,-1 0 0,1 1 0,-1 0 0,1-1 0,0 1 0,-1-1 0,1 1 0,-1 0 0,1-1 0,-1 1 0,0 0 0,1 0 0,-1-1 0,0 1 0,1 0 0,-1 0 0,0-1 0,0 1 0,0 0 0,1 0 0,-1 0 0,0 0 0,0-1 0,0 1 0,-1 0 0,1 0 0,0 0 0,0-1 0,0 1 0,-1 0 0,1 0 0,0 0 0,-1-1 0,1 1 0,0 0 0,-1-1 0,1 1 0,-1 0 0,1-1 0,-1 1 0,0 0 0,0 0 0,-6 7 0,0-1 0,0 0 0,0-1 0,-1 1 0,0-1 0,-16 9 0,-61 26 0,15-8 0,-96 43 0,117-56 0,2 2 0,0 1 0,-45 32 0,78-46 0,0 0 0,-1-1 0,-1-1 0,1 0 0,-22 6 0,-84 15 0,54-14 0,-55 14 0,-185 17 0,267-39 0,-1 2 0,1 2 0,0 1 0,-50 23 0,-75 20 0,146-49 0,1-1 0,31-9 0,97-44 0,33-11 0,432-134 0,-338 101-1365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3:46.5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0 424 24575,'4'-3'0,"1"-1"0,-1 1 0,0 0 0,1 1 0,0-1 0,0 1 0,0 0 0,9-3 0,47-8 0,-45 10 0,47-7 0,109-4 0,68 16 0,-80 0 0,-99-1 0,1-3 0,-1-3 0,70-14 0,131-60 0,-58 14 0,195-33 0,-278 75 0,164-9 0,-183 24 0,75-2 0,-9 0 0,-11 0 0,281 10 0,-433 0 0,-3 0 0,1 0 0,-1-1 0,1 1 0,-1 1 0,1-1 0,-1 0 0,0 0 0,1 1 0,-1 0 0,0-1 0,1 1 0,-1 0 0,0 0 0,4 2 0,-6-2 0,0 0 0,0-1 0,0 1 0,0-1 0,-1 1 0,1-1 0,0 1 0,0-1 0,-1 1 0,1-1 0,0 1 0,-1-1 0,1 1 0,0-1 0,-1 0 0,1 1 0,-1-1 0,1 0 0,-1 1 0,1-1 0,-1 0 0,1 1 0,-1-1 0,1 0 0,-1 0 0,1 0 0,-1 0 0,1 1 0,-1-1 0,0 0 0,-22 8 0,22-8 0,-46 13 0,-1-2 0,-81 8 0,-99-6 0,110-8 0,-35 2 0,-443 37 0,400-36 0,131-7 0,935-3 0,-460 3 0,-788-2 0,-414 3 0,656 5 0,-204 37 0,204-12 0,53-10 0,132-21-1365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3:57.5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24575,'32'2'0,"-1"1"0,1 2 0,50 13 0,-25-4 0,14-3 0,0-3 0,0-3 0,117-7 0,62 3 0,-152 8 0,49 2 0,483-23 0,-527 8 0,776 3 0,-125 75 0,-489-44 0,-172-24 0,0 3 0,-1 5 0,-1 3 0,0 5 0,119 44 0,-161-48 0,0-4 0,1-1 0,0-2 0,1-3 0,52 3 0,261-8 0,-219-5 0,-114 2 0,-20 1 0,-1 0 0,0-1 0,1-1 0,-1 0 0,1 0 0,-1-1 0,16-5 0,-25 7 0,-1 0 0,1 0 0,-1 0 0,1 0 0,-1 0 0,1 0 0,-1-1 0,1 1 0,-1 0 0,1 0 0,-1 0 0,1-1 0,-1 1 0,1 0 0,-1-1 0,1 1 0,-1 0 0,0-1 0,1 1 0,-1-1 0,0 1 0,1-1 0,-1 1 0,0-1 0,0 1 0,1-1 0,-1 1 0,0-1 0,0 1 0,0-1 0,0 1 0,0-1 0,1 1 0,-1-1 0,0 1 0,0-1 0,0 1 0,-1-1 0,1 0 0,0 1 0,0-1 0,0 1 0,0-1 0,0 1 0,-1-1 0,1 1 0,0-1 0,0 1 0,-1-1 0,1 1 0,0 0 0,-1-1 0,1 1 0,-1-1 0,1 1 0,0 0 0,-1-1 0,1 1 0,-2-1 0,-31-16 0,-179-60 0,-113-37 0,212 83 0,-1 4 0,-1 5 0,-145-8 0,-357 22 0,586 10 0,-32 7 0,33-5 0,-39 3 0,-137-5 0,-263 12 0,-199 55 0,100-8 0,554-59 144,10-1-270,1 0 1,-1-1-1,1 1 0,-1-1 0,0 0 1,1 0-1,-1 0 0,1-1 0,-1 1 0,0-1 1,-6-2-1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4:11.4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4:16.7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1889 58 24575,'5'1'0,"-1"-1"0,0 1 0,0 0 0,1 0 0,-1 1 0,0-1 0,7 5 0,11 3 0,4-3 0,0 0 0,0-1 0,0-2 0,1-1 0,0 0 0,-1-3 0,34-3 0,-19-2 0,-1-2 0,0-2 0,76-28 0,-104 33 0,12-5 0,41-10 0,-65 20 0,0 0 0,0 0 0,1-1 0,-1 1 0,0 0 0,0 0 0,1 0 0,-1 0 0,0 0 0,0 0 0,1-1 0,-1 1 0,0 0 0,1 0 0,-1 0 0,0 0 0,0 0 0,1 0 0,-1 0 0,0 0 0,1 0 0,-1 0 0,0 1 0,0-1 0,1 0 0,-1 0 0,0 0 0,0 0 0,1 0 0,-1 0 0,0 0 0,0 1 0,1-1 0,-1 0 0,0 0 0,0 0 0,0 1 0,0-1 0,1 0 0,-1 0 0,0 1 0,0-1 0,0 0 0,0 0 0,0 1 0,0-1 0,1 0 0,-1 0 0,0 1 0,0-1 0,-11 14 0,-11-2 0,-1 0 0,0-1 0,-1-1 0,-44 12 0,32-11 0,-208 50 0,44-12 0,127-25 0,-83 42 0,42-17 0,101-43 0,-1-1 0,1 0 0,-1-1 0,0-1 0,0 0 0,0-1 0,-26 1 0,-1-3 0,-80-2 0,112-1 0,0 1 0,0-1 0,0-1 0,0 0 0,1 0 0,-1 0 0,1-1 0,0-1 0,1 1 0,-10-10 0,-21-12 0,-13-4 0,-1 3 0,-1 2 0,-1 3 0,-1 2 0,-1 2 0,-81-16 0,51 20 0,-1 4 0,0 3 0,-151 7 0,217 2 0,1 1 0,-1 1 0,1 1 0,-1 0 0,-25 11 0,45-15 0,1 0 0,0 0 0,0 0 0,-1 0 0,1 0 0,0 0 0,-1 0 0,1 0 0,0 0 0,0 0 0,-1 0 0,1 0 0,0 0 0,-1 1 0,1-1 0,0 0 0,0 0 0,0 0 0,-1 0 0,1 1 0,0-1 0,0 0 0,0 0 0,-1 1 0,1-1 0,0 0 0,0 0 0,0 1 0,0-1 0,0 0 0,-1 0 0,1 1 0,0-1 0,0 0 0,0 1 0,0-1 0,0 0 0,0 0 0,0 1 0,0-1 0,0 1 0,14 3 0,23-2 0,368-29 0,-246 18 0,-41 4-1365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4:24.08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1220 24575,'222'-68'0,"31"8"-463,3 11 0,1 12 0,296-6-1,-488 41 498,0 2 0,-1 3 0,1 3 0,100 23-1,-135-19-33,-30-10 4,0 0 0,0 0 0,-1 0 0,1 0 0,0 0-1,0 0 1,0 0 0,0 0 0,-1 1 0,1-1 0,0 0-1,0 0 1,0 0 0,0 0 0,-1 0 0,1 0 0,0 0-1,0 1 1,0-1 0,0 0 0,0 0 0,0 0 0,0 0-1,-1 1 1,1-1 0,0 0 0,0 0 0,0 0 0,0 0 0,0 1-1,0-1 1,0 0 0,0 0 0,0 0 0,0 1 0,0-1-1,0 0 1,0 0 0,0 0 0,0 1 0,0-1 0,0 0-1,0 0 1,0 0 0,1 0 0,-1 1 0,0-1 0,0 0-1,0 0 1,0 0 0,0 0 0,0 1 0,0-1 0,1 0 0,-1 0-1,0 0 1,0 0 0,0 0 0,0 0 0,1 0 0,-1 0-1,0 1 1,0-1 0,0 0 0,0 0 0,1 0 0,-1 0-1,0 0 1,1 0 0,-17 3 618,-23 1-524,1-2 1,-1-2-1,-56-7 0,-116-29 176,-43-3-148,-29 28-126,231 13 0,0 2 0,0 2 0,-71 18 0,91-12 0,24-9 0,22-10 0,132-70 0,297-137 0,-309 161 0,536-183 0,437-59 0,-982 254 0,-13 3 0,-95 36 0,-20 8 0,-27 12 0,-6-7 0,0-1 0,0-1 0,-1-2 0,-58 3 0,-153-8 0,149-3 0,-86 2 0,-201-5 0,354 0 0,32 4 0,-1 0 0,1-1 0,-1 1 0,1 0 0,-1 0 0,1 0 0,-1 0 0,1-1 0,0 1 0,-1 0 0,1 0 0,0-1 0,-1 1 0,1 0 0,0-1 0,-1 1 0,1 0 0,0-1 0,-1 1 0,1-1 0,0 1 0,0 0 0,0-1 0,-1 1 0,1-1 0,0 1 0,0-1 0,0 1 0,0-1 0,0 1 0,0 0 0,0-1 0,0 1 0,0-1 0,0 1 0,0-1 0,0 1 0,0-1 0,0 1 0,1-1 0,-1 1 0,0 0 0,0-1 0,0 1 0,1-1 0,-1 1 0,0 0 0,0-1 0,1 1 0,-1 0 0,0-1 0,1 1 0,-1 0 0,0-1 0,1 1 0,0 0 0,22-20 0,57-26-1365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4:31.1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452 679 24575,'-1'-5'0,"0"1"0,-1 0 0,1 0 0,-1 0 0,1 0 0,-1 0 0,-1 0 0,1 0 0,0 1 0,-1-1 0,-5-5 0,1 0 0,-9-10 0,-1 0 0,0 2 0,-2 0 0,0 1 0,-1 0 0,0 2 0,-1 1 0,-1 0 0,0 2 0,0 0 0,-1 1 0,-39-10 0,60 20 0,0 0 0,0-1 0,0 1 0,0-1 0,0 0 0,0 1 0,0-1 0,0 0 0,0 0 0,0 0 0,1 0 0,-1-1 0,0 1 0,1 0 0,-1-1 0,1 1 0,-1-1 0,1 1 0,0-1 0,0 0 0,0 0 0,-1-1 0,2 0 0,0 0 0,0 1 0,0-1 0,0 1 0,1-1 0,0 0 0,-1 1 0,1-1 0,0 1 0,0 0 0,0-1 0,0 1 0,1 0 0,-1-1 0,1 1 0,-1 0 0,4-3 0,7-8 0,0 0 0,0 1 0,1 1 0,1 0 0,29-18 0,83-38 0,-101 54 0,11-5 0,1 0 0,1 3 0,77-22 0,54 4 0,285-18 0,-419 49 0,477-2 0,-510 4 0,0 0 0,0 1 0,0-1 0,0 0 0,0 0 0,0 1 0,0-1 0,0 1 0,-1 0 0,1-1 0,0 1 0,0 0 0,2 2 0,-4-3 0,0 1 0,1-1 0,-1 1 0,0-1 0,0 0 0,0 1 0,1-1 0,-1 1 0,0-1 0,0 1 0,0-1 0,0 1 0,0-1 0,0 1 0,0-1 0,0 1 0,0-1 0,0 1 0,0-1 0,0 1 0,-1-1 0,1 1 0,0-1 0,0 0 0,0 1 0,-1-1 0,1 1 0,0-1 0,0 0 0,-1 1 0,1-1 0,-1 1 0,-3 3 0,-1 0 0,1 0 0,-1 0 0,0-1 0,0 0 0,0 0 0,-10 4 0,-18 5 0,0-1 0,0-1 0,-54 7 0,-108 5 0,193-21 0,-182 10 0,0-7 0,0-8 0,-353-55 0,467 48 0,23 5 0,-91-25 0,206 21-1365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4:38.0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1 420 24575,'183'-15'0,"-33"1"0,-95 15 0,30-1 0,-78-1 0,0 0 0,-1 0 0,1 0 0,0-1 0,-1 0 0,1 0 0,-1-1 0,0 1 0,9-6 0,-7 3 0,0 0 0,1 1 0,-1 0 0,1 1 0,0-1 0,0 2 0,15-3 0,69-4 0,-23 3 0,143-33 0,-182 29 0,-1 0 0,-1-3 0,50-27 0,1 0 0,50-21 268,113-48-1901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4:45.8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1 441 24575,'55'0'0,"-22"2"0,0-2 0,-1-2 0,58-9 0,13-9 0,-63 14 0,-1-2 0,-1-2 0,73-27 0,-21 0 0,2 3 0,121-28 0,-177 53 0,-1-2 0,0-1 0,-1-2 0,-1-1 0,33-21 0,-53 29 0,0 1 0,1 0 0,-1 1 0,1 0 0,0 1 0,19-3 0,89-6 0,-41 7 0,47-6 0,-65 7 0,-1-2 0,91-22 0,-127 22-1365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4:48.8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822 144 24575,'-382'-15'0,"-58"1"0,484 10 0,-1-2 0,63-17 0,263-53 0,-272 70-1365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4:58.3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1441 262 24575,'-118'31'0,"0"-6"0,-212 19 0,-242-29 0,535-16 0,-1-1 0,1-1 0,1-3 0,-1-1 0,-66-22 0,102 29 0,0 0 0,1 0 0,-1 0 0,0-1 0,1 1 0,-1 0 0,0 0 0,1-1 0,-1 1 0,0 0 0,1-1 0,-1 1 0,1-1 0,-1 1 0,1-1 0,-1 1 0,1-1 0,-1 1 0,1-1 0,-1 1 0,1-1 0,0 1 0,-1-1 0,1 0 0,-1 0 0,2 0 0,-1 0 0,1 0 0,-1 1 0,0-1 0,1 0 0,-1 1 0,1-1 0,-1 1 0,1-1 0,0 0 0,-1 1 0,1-1 0,0 1 0,-1 0 0,1-1 0,0 1 0,-1-1 0,2 1 0,49-16 0,-41 13 0,82-23 0,343-108 0,-373 111 0,7-3 0,0 3 0,126-24 0,-135 41 0,1 4 0,63 5 0,-18 0 0,119 11 0,18 1 0,-184-14 0,-32 0 0,0-1 0,0-1 0,-1-1 0,46-9 0,-36 4 0,-1 1 0,2 2 0,-1 2 0,62 3 0,-59 0 0,-39-1 0,0 0 0,0 0 0,0 0 0,0 0 0,0 0 0,0 0 0,0 0 0,0 0 0,0 0 0,0 0 0,-1 0 0,1 0 0,0 0 0,0 0 0,0 0 0,0 0 0,0 0 0,0 0 0,0 0 0,0 0 0,0 0 0,0 1 0,0-1 0,0 0 0,0 0 0,0 0 0,0 0 0,0 0 0,0 0 0,0 0 0,0 0 0,0 0 0,0 0 0,0 0 0,0 0 0,0 1 0,0-1 0,0 0 0,0 0 0,0 0 0,0 0 0,0 0 0,0 0 0,0 0 0,0 0 0,0 0 0,0 0 0,0 0 0,0 0 0,0 1 0,0-1 0,0 0 0,0 0 0,0 0 0,0 0 0,0 0 0,1 0 0,-1 0 0,0 0 0,0 0 0,0 0 0,0 0 0,0 0 0,0 0 0,0 0 0,0 0 0,0 0 0,-10 8 0,-15 9 0,23-16 0,-20 14 0,1 2 0,-34 33 0,35-30 0,-48 35 0,60-49 0,0-1 0,-1 0 0,1-1 0,-1 0 0,0-1 0,0 1 0,-1-2 0,1 1 0,-1-1 0,-9 0 0,-192-1 201,107-3-1767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5:03.37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0 201 24575,'0'-5'0,"5"-1"0,6-5 0,7 0 0,4-3 0,13-5 0,6-3 0,0 2 0,3 4 0,4 6 0,-2-6 0,-4 0 0,-4 2 0,-4 5 0,-3 3 0,-1 2 0,-2 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3:13.4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926 658 24575,'-13'6'0,"0"-1"0,0-1 0,0 0 0,-1 0 0,-22 1 0,-72 2 0,67-5 0,-104 3 0,-144 11 0,48 7 0,327-25 0,63-2 0,273-31 0,-221 15 0,-27 1 0,-82 12 0,139-29 0,87-40 0,-161 36 0,-119 29 0,0-2 0,-1-1 0,61-35 0,-50 26 0,45-26 0,-84 43 0,0 1 0,-1-2 0,0 1 0,0-1 0,0 0 0,-1-1 0,10-13 0,-15 17 0,0 0 0,1 1 0,-2-1 0,1 0 0,0-1 0,-1 1 0,0 0 0,0 0 0,0-1 0,0 1 0,-1 0 0,0-1 0,0 1 0,0-1 0,-1-4 0,0 1 0,-1 1 0,0 0 0,-1 0 0,0-1 0,0 2 0,0-1 0,-1 0 0,-5-8 0,0 3 0,0 1 0,-1 0 0,0 0 0,-1 1 0,0 1 0,-1-1 0,1 2 0,-24-13 0,26 16 0,-1 1 0,1 1 0,-1-1 0,1 2 0,-1-1 0,0 1 0,0 1 0,0 0 0,-12 0 0,17 1 0,0 0 0,1 1 0,-1 0 0,0-1 0,1 2 0,-1-1 0,1 0 0,0 1 0,-1 0 0,1 0 0,0 0 0,0 1 0,0-1 0,0 1 0,1 0 0,-1 0 0,1 0 0,0 1 0,0-1 0,0 1 0,0-1 0,-3 6 0,-15 35 0,1 0 0,-21 73 0,-13 31 0,51-141 0,-1-1 0,0 0 0,0 0 0,0 0 0,-1 0 0,0 0 0,0-1 0,0 0 0,-10 7 0,-7 3 0,-32 17 0,12-9 0,-33 27-682,-123 108-1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3:15.6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2357 326 24575,'3'0'0,"1"-1"0,0 1 0,0-1 0,0 0 0,0 0 0,-1 0 0,1-1 0,-1 1 0,1-1 0,-1 0 0,6-3 0,33-31 0,-27 22 0,24-24 0,39-51 0,-45 50 0,58-54 0,-206 212 0,64-77 8,-2-3 1,-1-1-1,-3-4 0,-115 54 0,-253 70-202,415-155 183,-982 309-1079,968-305 1233,0-2-1,0 0 1,-42 3 0,54-8-79,1-1-1,-1 0 1,1 0 0,-1-1 0,1-1 0,0 0 0,0 0-1,0-1 1,-21-11 0,-9-6-57,-1 1-1,-2 2 0,1 2 1,-2 1-1,0 3 1,-72-10-1,105 21-6,1 0 0,1 0 0,-1-1 0,1 0 0,-1-1 0,-14-5 0,23 7 0,0-1 0,-1 1 0,1 0 0,0-1 0,0 1 0,0-1 0,0 0 0,0 0 0,1 0 0,-1 0 0,0 0 0,1 0 0,-1 0 0,1 0 0,0-1 0,0 1 0,0 0 0,0-1 0,0 1 0,0-1 0,1 1 0,-1-1 0,1 0 0,0 1 0,0-1 0,0 1 0,0-5 0,2-2 27,-1 0-1,1 0 0,1 0 0,0 1 1,0-1-1,1 1 0,0 0 0,0 0 1,1 0-1,0 0 0,0 1 0,7-7 1,8-9-596,1 0 0,30-22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3:18.1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1204 800 24575,'-169'-1'0,"-457"18"0,288 24 0,332-40 0,1 0 0,0 0 0,0-1 0,0 1 0,0-1 0,-1 0 0,1 0 0,0 0 0,0-1 0,-9-2 0,14 3 0,0 0 0,-1-1 0,1 1 0,0 0 0,0 0 0,-1-1 0,1 1 0,0 0 0,0-1 0,-1 1 0,1 0 0,0-1 0,0 1 0,0 0 0,-1-1 0,1 1 0,0 0 0,0-1 0,0 1 0,0-1 0,0 1 0,0 0 0,0-1 0,0 1 0,0-1 0,0 1 0,0 0 0,0-1 0,0 1 0,0-1 0,1 1 0,-1 0 0,0-1 0,0 1 0,0 0 0,0-1 0,1 1 0,-1 0 0,0-1 0,13-15 0,-12 15 0,51-52 0,2 4 0,108-78 0,-97 84 0,1 3 0,2 3 0,81-32 0,223-66 0,-332 122 0,0 2 0,1 1 0,0 3 0,1 1 0,58-1 0,181-12 0,-207 12 0,392-56 0,-337 44 0,-103 15 0,5 0 0,37-10 0,-61 12 0,-1 1 0,0-1 0,0-1 0,0 1 0,0-1 0,0 0 0,0-1 0,-1 1 0,0-1 0,0 0 0,9-9 0,-13 12 0,0 0 0,0 0 0,-1 1 0,1-1 0,0 0 0,-1 0 0,1 0 0,-1 0 0,1 0 0,-1 0 0,0 0 0,1 0 0,-1 0 0,0 0 0,1 0 0,-1 0 0,0 0 0,0 0 0,0 0 0,0 0 0,0-1 0,0 1 0,-1 0 0,1 0 0,0 0 0,0 0 0,-1 0 0,1 0 0,-1 0 0,1 0 0,-1 0 0,0-1 0,0 1 0,-1 0 0,1 0 0,-1 0 0,1 0 0,-1 0 0,1 0 0,-1 1 0,0-1 0,1 0 0,-1 1 0,0 0 0,1-1 0,-1 1 0,0 0 0,0 0 0,1 0 0,-1 0 0,0 0 0,-2 0 0,-7 2 32,-1 1-1,1 0 1,0 1 0,0 0-1,0 1 1,0 0-1,1 0 1,0 1-1,-13 10 1,-14 13-346,-33 33 1,32-27-741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5:07.4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1 145 24575,'26'-1'0,"51"-10"0,-4 1 0,-65 10 0,210-25 0,-148 15 0,-33 5 0,52-14 0,-38 3 0,1 3 0,1 1 0,-1 3 0,89-4 0,-50 13 0,116 3 0,-203-2 0,0-1 0,-1 0 0,1 1 0,0 0 0,-1-1 0,1 1 0,-1 1 0,1-1 0,-1 1 0,0-1 0,0 1 0,1 0 0,-1 0 0,0 0 0,-1 0 0,1 1 0,0-1 0,-1 1 0,4 4 0,-3-2 0,-1 0 0,1 1 0,-1 0 0,0-1 0,-1 1 0,1 0 0,-1 0 0,0 0 0,-1 0 0,1 12 0,-3 219 0,-1-62 0,3-172 0,1 28 0,-2-1 0,-8 46 0,8-67 0,-1-1 0,0 0 0,0 0 0,-1 0 0,0-1 0,-1 1 0,0-1 0,0 1 0,0-1 0,-1-1 0,0 1 0,0 0 0,-1-1 0,-8 7 0,11-10 17,0 0 0,0 0 0,0 0 1,0 0-1,1 0 0,-1 1 0,1-1 0,0 1 0,0-1 0,0 1 0,1 0 0,-1 0 0,1 0 0,0 0 0,0 0 0,0 0 0,1 0 0,-1 0 1,1 7-1,0-9-35,1-1 0,-1 1 0,0 0 0,1 0 0,-1-1 0,1 1 0,-1 0 0,1-1 0,0 1 0,0 0 0,0-1 0,0 1 0,0-1 0,0 0 0,0 1 0,0-1 0,1 0 0,1 2 0,0-2-62,-1 0 0,0 0-1,1 0 1,-1 0 0,1 0-1,-1-1 1,1 1 0,-1-1-1,1 1 1,0-1 0,-1 0 0,1 0-1,-1-1 1,1 1 0,-1 0-1,5-2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7:35:18.7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12.png"/><Relationship Id="rId26" Type="http://schemas.openxmlformats.org/officeDocument/2006/relationships/image" Target="../media/image16.png"/><Relationship Id="rId39" Type="http://schemas.openxmlformats.org/officeDocument/2006/relationships/customXml" Target="../ink/ink18.xml"/><Relationship Id="rId21" Type="http://schemas.openxmlformats.org/officeDocument/2006/relationships/customXml" Target="../ink/ink9.xml"/><Relationship Id="rId34" Type="http://schemas.openxmlformats.org/officeDocument/2006/relationships/image" Target="../media/image20.png"/><Relationship Id="rId42" Type="http://schemas.openxmlformats.org/officeDocument/2006/relationships/image" Target="../media/image24.png"/><Relationship Id="rId7" Type="http://schemas.openxmlformats.org/officeDocument/2006/relationships/customXml" Target="../ink/ink2.xml"/><Relationship Id="rId2" Type="http://schemas.openxmlformats.org/officeDocument/2006/relationships/image" Target="../media/image2.png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29" Type="http://schemas.openxmlformats.org/officeDocument/2006/relationships/customXml" Target="../ink/ink13.xml"/><Relationship Id="rId41" Type="http://schemas.openxmlformats.org/officeDocument/2006/relationships/customXml" Target="../ink/ink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customXml" Target="../ink/ink4.xml"/><Relationship Id="rId24" Type="http://schemas.openxmlformats.org/officeDocument/2006/relationships/image" Target="../media/image15.png"/><Relationship Id="rId32" Type="http://schemas.openxmlformats.org/officeDocument/2006/relationships/image" Target="../media/image19.png"/><Relationship Id="rId37" Type="http://schemas.openxmlformats.org/officeDocument/2006/relationships/customXml" Target="../ink/ink17.xml"/><Relationship Id="rId40" Type="http://schemas.openxmlformats.org/officeDocument/2006/relationships/image" Target="../media/image23.png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17.png"/><Relationship Id="rId36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customXml" Target="../ink/ink8.xml"/><Relationship Id="rId31" Type="http://schemas.openxmlformats.org/officeDocument/2006/relationships/customXml" Target="../ink/ink14.xml"/><Relationship Id="rId4" Type="http://schemas.openxmlformats.org/officeDocument/2006/relationships/image" Target="../media/image5.png"/><Relationship Id="rId9" Type="http://schemas.openxmlformats.org/officeDocument/2006/relationships/customXml" Target="../ink/ink3.xml"/><Relationship Id="rId14" Type="http://schemas.openxmlformats.org/officeDocument/2006/relationships/image" Target="../media/image10.png"/><Relationship Id="rId22" Type="http://schemas.openxmlformats.org/officeDocument/2006/relationships/image" Target="../media/image14.png"/><Relationship Id="rId27" Type="http://schemas.openxmlformats.org/officeDocument/2006/relationships/customXml" Target="../ink/ink12.xml"/><Relationship Id="rId30" Type="http://schemas.openxmlformats.org/officeDocument/2006/relationships/image" Target="../media/image18.png"/><Relationship Id="rId35" Type="http://schemas.openxmlformats.org/officeDocument/2006/relationships/customXml" Target="../ink/ink16.xml"/><Relationship Id="rId43" Type="http://schemas.openxmlformats.org/officeDocument/2006/relationships/customXml" Target="../ink/ink20.xml"/><Relationship Id="rId8" Type="http://schemas.openxmlformats.org/officeDocument/2006/relationships/image" Target="../media/image7.png"/><Relationship Id="rId3" Type="http://schemas.openxmlformats.org/officeDocument/2006/relationships/image" Target="../media/image3.svg"/><Relationship Id="rId12" Type="http://schemas.openxmlformats.org/officeDocument/2006/relationships/image" Target="../media/image9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03-03-2026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Inventory Control &amp; Stock Tracking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438354" y="8069214"/>
            <a:ext cx="946933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KB. NITHISH KUMAR REDDY – VTU24854 –23UECS0776 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515600" y="7818586"/>
            <a:ext cx="7772399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Dr.S.Hemamalini-M.E,P.hD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SDG: SDG 9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Industry, Innovation and Infrastructure</a:t>
            </a:r>
            <a:endParaRPr lang="en-IN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1" y="1638301"/>
            <a:ext cx="14859000" cy="7555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System is a web-based application developed using Spring Boot and Maven.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users to: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Securely login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products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and delete products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stock details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inventory dashboard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calculates: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Quantity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Status (In Stock / Low Stock / Out of Stock)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organizations manage inventory efficiently and reduce manual effort.</a:t>
            </a:r>
          </a:p>
          <a:p>
            <a:pPr>
              <a:lnSpc>
                <a:spcPct val="150000"/>
              </a:lnSpc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057400" y="1411709"/>
            <a:ext cx="14935200" cy="7463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inventory management methods are inefficient and error-prone, lacking real-time visibility and proper organization.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inventory manually leads to: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mismanagement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records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updates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inconsistency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storage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there is a need for: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secure login-based system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stock tracking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inventory monitoring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database storage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518F53-36D0-3F5B-C774-53E0E6D63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B2979760-9C2B-69AE-D95A-63B831A8DF1A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3B53617-53FC-D816-49A7-4CF7DF4EDE5C}"/>
              </a:ext>
            </a:extLst>
          </p:cNvPr>
          <p:cNvGrpSpPr/>
          <p:nvPr/>
        </p:nvGrpSpPr>
        <p:grpSpPr>
          <a:xfrm>
            <a:off x="709357" y="2809578"/>
            <a:ext cx="890843" cy="830997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9B5F2B1-2688-5BD9-1CEE-9EDD37A1AB2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D98536A1-5EF1-EFA3-AFC6-0FD60BEEE29E}"/>
                </a:ext>
              </a:extLst>
            </p:cNvPr>
            <p:cNvSpPr txBox="1"/>
            <p:nvPr/>
          </p:nvSpPr>
          <p:spPr>
            <a:xfrm>
              <a:off x="76200" y="109077"/>
              <a:ext cx="653376" cy="627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59B30923-EAA5-EEC5-10AD-D83128A173D7}"/>
              </a:ext>
            </a:extLst>
          </p:cNvPr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FED7EB38-D2E7-3D61-23CA-2B4FDBDD5D9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F681A7CD-A4DF-C60E-BF85-DE9ACE7BA67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39A75B1-00D5-783E-2231-EBFF338A98F3}"/>
              </a:ext>
            </a:extLst>
          </p:cNvPr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D4D104A9-2005-815D-39AE-42A58F0757D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FDDF02F3-CDB6-7EC5-326B-480E2E84726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C4DB64F-2E10-16F0-F01B-A3FAE01F5730}"/>
              </a:ext>
            </a:extLst>
          </p:cNvPr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BCD4A941-F992-4246-E688-4D758D50C31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C73B6DA-72D2-3528-3859-BC8CEAF83D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9A81D620-9430-B0E3-21DD-BDDBBED8292D}"/>
              </a:ext>
            </a:extLst>
          </p:cNvPr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6E25A5A4-8FC7-D034-5BE3-F8AB733475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5137BFB1-FBB7-F837-E178-C5DB3DC34D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9D2A9F0A-418B-949C-8B7B-209F19B90CD3}"/>
              </a:ext>
            </a:extLst>
          </p:cNvPr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0A7708A5-89B1-AE08-EF2C-53947E7340E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7D42A275-080B-34EF-6CCC-0D78D7AFF84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BE54F26D-7AA3-8FB2-FC1F-A79B4E9EC6BA}"/>
              </a:ext>
            </a:extLst>
          </p:cNvPr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24EB3294-9112-0B44-A20A-EA1807F8CA3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ABCDC716-BD8B-FD66-61F9-EA2917DA07E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6A996E64-D958-31D4-F16C-A58562809912}"/>
              </a:ext>
            </a:extLst>
          </p:cNvPr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A93685BA-14D9-41FE-6D59-267EF8D6A1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B5CB0001-EA23-124F-2122-88F03D1FAC1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>
            <a:extLst>
              <a:ext uri="{FF2B5EF4-FFF2-40B4-BE49-F238E27FC236}">
                <a16:creationId xmlns:a16="http://schemas.microsoft.com/office/drawing/2014/main" id="{9CBAD8B7-5F92-4A59-D40B-34EAE903E940}"/>
              </a:ext>
            </a:extLst>
          </p:cNvPr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9B10FCE2-F46B-9EE0-5B5B-4C12B39FB6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>
              <a:extLst>
                <a:ext uri="{FF2B5EF4-FFF2-40B4-BE49-F238E27FC236}">
                  <a16:creationId xmlns:a16="http://schemas.microsoft.com/office/drawing/2014/main" id="{0B0665D9-66A3-8AE5-904E-2294DACE9ED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D4C4631-69AD-5761-EB71-8B64589B7B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E5143D2-ED67-288B-FA74-6ECEC11FEFDA}"/>
              </a:ext>
            </a:extLst>
          </p:cNvPr>
          <p:cNvSpPr txBox="1"/>
          <p:nvPr/>
        </p:nvSpPr>
        <p:spPr>
          <a:xfrm>
            <a:off x="2209800" y="1638299"/>
            <a:ext cx="15049499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relational database-driven inventory control system for efficient stock tracking.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real-time stock updates, reporting and secure user management.</a:t>
            </a:r>
            <a:endParaRPr lang="en-US" sz="32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E3DC0E-80C5-688B-FA51-3C74B4A955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88" y="1638300"/>
            <a:ext cx="1447800" cy="772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65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562F27-69E7-A4CC-2028-E33383E34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4560" y="1821590"/>
            <a:ext cx="14401800" cy="6611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Spring Boot based web application.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dashboard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Product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Product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Product with confirmation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status indicator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automatically: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stock quantity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product status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inventory in real-time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DABCFC-1121-0600-3A1A-37F452E3E3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39" t="3917" b="23454"/>
          <a:stretch>
            <a:fillRect/>
          </a:stretch>
        </p:blipFill>
        <p:spPr>
          <a:xfrm>
            <a:off x="3645522" y="2247900"/>
            <a:ext cx="10933584" cy="53333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DD3CB73-B99B-0103-FA24-527EDAB59607}"/>
                  </a:ext>
                </a:extLst>
              </p14:cNvPr>
              <p14:cNvContentPartPr/>
              <p14:nvPr/>
            </p14:nvContentPartPr>
            <p14:xfrm>
              <a:off x="5987834" y="1074124"/>
              <a:ext cx="5359680" cy="19630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DD3CB73-B99B-0103-FA24-527EDAB5960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25194" y="1011484"/>
                <a:ext cx="5485320" cy="20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D91A12B-F971-7FDB-7008-CFB79D1F9B5A}"/>
                  </a:ext>
                </a:extLst>
              </p14:cNvPr>
              <p14:cNvContentPartPr/>
              <p14:nvPr/>
            </p14:nvContentPartPr>
            <p14:xfrm>
              <a:off x="10830914" y="2226844"/>
              <a:ext cx="1333080" cy="6199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D91A12B-F971-7FDB-7008-CFB79D1F9B5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768274" y="2164204"/>
                <a:ext cx="1458720" cy="74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3A5C7BB-8355-A4BE-BD06-37DBE98BE440}"/>
                  </a:ext>
                </a:extLst>
              </p14:cNvPr>
              <p14:cNvContentPartPr/>
              <p14:nvPr/>
            </p14:nvContentPartPr>
            <p14:xfrm>
              <a:off x="7413420" y="2529660"/>
              <a:ext cx="1609560" cy="4273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3A5C7BB-8355-A4BE-BD06-37DBE98BE44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50420" y="2466660"/>
                <a:ext cx="1735200" cy="55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21A8002-4806-E1CD-BE04-EC555BC64FC9}"/>
                  </a:ext>
                </a:extLst>
              </p14:cNvPr>
              <p14:cNvContentPartPr/>
              <p14:nvPr/>
            </p14:nvContentPartPr>
            <p14:xfrm>
              <a:off x="6176820" y="2532180"/>
              <a:ext cx="653040" cy="3686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21A8002-4806-E1CD-BE04-EC555BC64FC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114180" y="2469180"/>
                <a:ext cx="778680" cy="49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7231A45-B406-AD28-3F81-3C77640B57A9}"/>
                  </a:ext>
                </a:extLst>
              </p14:cNvPr>
              <p14:cNvContentPartPr/>
              <p14:nvPr/>
            </p14:nvContentPartPr>
            <p14:xfrm>
              <a:off x="6400740" y="2788500"/>
              <a:ext cx="1236960" cy="1530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7231A45-B406-AD28-3F81-3C77640B57A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337740" y="2725500"/>
                <a:ext cx="136260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A6AE42AE-EF54-BA7B-4349-1464615003B6}"/>
                  </a:ext>
                </a:extLst>
              </p14:cNvPr>
              <p14:cNvContentPartPr/>
              <p14:nvPr/>
            </p14:nvContentPartPr>
            <p14:xfrm>
              <a:off x="8344020" y="2483940"/>
              <a:ext cx="1956600" cy="1386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A6AE42AE-EF54-BA7B-4349-1464615003B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281020" y="2420940"/>
                <a:ext cx="208224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C7B8009-5B8C-04A4-B3C9-6927C2C59F70}"/>
                  </a:ext>
                </a:extLst>
              </p14:cNvPr>
              <p14:cNvContentPartPr/>
              <p14:nvPr/>
            </p14:nvContentPartPr>
            <p14:xfrm>
              <a:off x="7375980" y="2537400"/>
              <a:ext cx="360" cy="3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C7B8009-5B8C-04A4-B3C9-6927C2C59F7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312980" y="247440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511510E4-2E31-764D-026D-71C0E6FDE879}"/>
                  </a:ext>
                </a:extLst>
              </p14:cNvPr>
              <p14:cNvContentPartPr/>
              <p14:nvPr/>
            </p14:nvContentPartPr>
            <p14:xfrm>
              <a:off x="7061700" y="2706960"/>
              <a:ext cx="916560" cy="13644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511510E4-2E31-764D-026D-71C0E6FDE87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998700" y="2643960"/>
                <a:ext cx="104220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EAAAFA4-24BD-430B-989D-4F4E33B8AE18}"/>
                  </a:ext>
                </a:extLst>
              </p14:cNvPr>
              <p14:cNvContentPartPr/>
              <p14:nvPr/>
            </p14:nvContentPartPr>
            <p14:xfrm>
              <a:off x="8605280" y="2263240"/>
              <a:ext cx="1249560" cy="4392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EAAAFA4-24BD-430B-989D-4F4E33B8AE1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542640" y="2200600"/>
                <a:ext cx="1375200" cy="56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7E85F3A7-8EDE-A8E8-8854-4D528C080B6E}"/>
                  </a:ext>
                </a:extLst>
              </p14:cNvPr>
              <p14:cNvContentPartPr/>
              <p14:nvPr/>
            </p14:nvContentPartPr>
            <p14:xfrm>
              <a:off x="10038080" y="1981000"/>
              <a:ext cx="640800" cy="2444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7E85F3A7-8EDE-A8E8-8854-4D528C080B6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975440" y="1918000"/>
                <a:ext cx="76644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9793FDD-CC12-F0F2-CDFA-6AA1A9C02312}"/>
                  </a:ext>
                </a:extLst>
              </p14:cNvPr>
              <p14:cNvContentPartPr/>
              <p14:nvPr/>
            </p14:nvContentPartPr>
            <p14:xfrm>
              <a:off x="7264280" y="2561680"/>
              <a:ext cx="586800" cy="1515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9793FDD-CC12-F0F2-CDFA-6AA1A9C0231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201640" y="2498680"/>
                <a:ext cx="71244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EF556C26-BF18-DA53-57D9-72E7BED0C1C1}"/>
                  </a:ext>
                </a:extLst>
              </p14:cNvPr>
              <p14:cNvContentPartPr/>
              <p14:nvPr/>
            </p14:nvContentPartPr>
            <p14:xfrm>
              <a:off x="6898520" y="2665720"/>
              <a:ext cx="704880" cy="1594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EF556C26-BF18-DA53-57D9-72E7BED0C1C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835880" y="2602720"/>
                <a:ext cx="83052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7D87DB98-3107-7E8C-0F8A-F422198C148B}"/>
                  </a:ext>
                </a:extLst>
              </p14:cNvPr>
              <p14:cNvContentPartPr/>
              <p14:nvPr/>
            </p14:nvContentPartPr>
            <p14:xfrm>
              <a:off x="7090400" y="3169000"/>
              <a:ext cx="296280" cy="5220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7D87DB98-3107-7E8C-0F8A-F422198C148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027400" y="3106000"/>
                <a:ext cx="42192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181CB534-F6BA-553A-A7A5-BDC8419C2112}"/>
                  </a:ext>
                </a:extLst>
              </p14:cNvPr>
              <p14:cNvContentPartPr/>
              <p14:nvPr/>
            </p14:nvContentPartPr>
            <p14:xfrm>
              <a:off x="6938840" y="2862640"/>
              <a:ext cx="840240" cy="1357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181CB534-F6BA-553A-A7A5-BDC8419C2112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875840" y="2800000"/>
                <a:ext cx="96588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A7465821-5C67-5518-09A3-5441D157AD5B}"/>
                  </a:ext>
                </a:extLst>
              </p14:cNvPr>
              <p14:cNvContentPartPr/>
              <p14:nvPr/>
            </p14:nvContentPartPr>
            <p14:xfrm>
              <a:off x="11246960" y="2843560"/>
              <a:ext cx="185400" cy="723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A7465821-5C67-5518-09A3-5441D157AD5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1183960" y="2780920"/>
                <a:ext cx="311040" cy="19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6397B76B-0459-871B-80D0-5F5645F24D42}"/>
              </a:ext>
            </a:extLst>
          </p:cNvPr>
          <p:cNvGrpSpPr/>
          <p:nvPr/>
        </p:nvGrpSpPr>
        <p:grpSpPr>
          <a:xfrm>
            <a:off x="10058240" y="2427040"/>
            <a:ext cx="1812714" cy="655524"/>
            <a:chOff x="10058240" y="2427040"/>
            <a:chExt cx="1812714" cy="655524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38B7447-8318-8D87-8999-3D87838DB270}"/>
                    </a:ext>
                  </a:extLst>
                </p14:cNvPr>
                <p14:cNvContentPartPr/>
                <p14:nvPr/>
              </p14:nvContentPartPr>
              <p14:xfrm>
                <a:off x="11052314" y="2565244"/>
                <a:ext cx="818640" cy="270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8B7447-8318-8D87-8999-3D87838DB27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989314" y="2502604"/>
                  <a:ext cx="94428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C01540A-EA9D-D378-0B34-1E6A5F4E7028}"/>
                    </a:ext>
                  </a:extLst>
                </p14:cNvPr>
                <p14:cNvContentPartPr/>
                <p14:nvPr/>
              </p14:nvContentPartPr>
              <p14:xfrm>
                <a:off x="10847474" y="2773324"/>
                <a:ext cx="973440" cy="309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C01540A-EA9D-D378-0B34-1E6A5F4E702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784834" y="2710324"/>
                  <a:ext cx="109908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736A194-85E9-9EC8-CDB1-3DA59AC8CC61}"/>
                    </a:ext>
                  </a:extLst>
                </p14:cNvPr>
                <p14:cNvContentPartPr/>
                <p14:nvPr/>
              </p14:nvContentPartPr>
              <p14:xfrm>
                <a:off x="10672154" y="2617444"/>
                <a:ext cx="889560" cy="310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736A194-85E9-9EC8-CDB1-3DA59AC8CC6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609514" y="2554804"/>
                  <a:ext cx="101520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D606162-FDEB-AD59-1E62-ED81C917B09F}"/>
                    </a:ext>
                  </a:extLst>
                </p14:cNvPr>
                <p14:cNvContentPartPr/>
                <p14:nvPr/>
              </p14:nvContentPartPr>
              <p14:xfrm>
                <a:off x="10058240" y="2427040"/>
                <a:ext cx="479520" cy="324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D606162-FDEB-AD59-1E62-ED81C917B09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995600" y="2364400"/>
                  <a:ext cx="605160" cy="450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527C83AF-50A4-D5AA-013B-4503D5BC3A2F}"/>
                  </a:ext>
                </a:extLst>
              </p14:cNvPr>
              <p14:cNvContentPartPr/>
              <p14:nvPr/>
            </p14:nvContentPartPr>
            <p14:xfrm>
              <a:off x="19305674" y="3539044"/>
              <a:ext cx="360" cy="36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527C83AF-50A4-D5AA-013B-4503D5BC3A2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9243034" y="3476404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4B00A5-39DA-7789-CD43-58B059CB9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48CECF56-D61A-74CE-881A-5CCCF4ECCD80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D68D2B0-3941-5E43-6E36-D8032519D5B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81F40C6-EA7E-0E57-37FA-1EBB0C0406F8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55D54ED-7864-7544-36FF-B68A8BB42DAF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2280D55-AA16-3A8C-92E3-EEC9355B56F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CB7F034-0BBD-5622-62BE-69AB4CC22A4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E5D42DD-5978-37F6-0AEB-7DB70C33ECF8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5DC7C34-0562-5A52-3D86-F65A3732852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44B9C5FB-79BB-A284-9712-D3CE2AB5588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2802367C-17B6-97ED-FC6D-D53D4328B0FC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46B3C9AE-50F2-2E66-32AE-C73F7B93E60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9953DCF3-C217-0C37-5C5D-E46857642FA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6FC69C90-57BE-5B6B-5B52-F98087FB5A05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50BA52A-8537-7164-F2F0-C99FBBC00A7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0DE4464-5832-9EA3-325C-1058544C655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B7691F5-1238-E0C7-9717-8D43594181F6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A2D74B0-5F52-788D-FB57-F6DC4D50FC2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A2A28CB8-5C25-D119-B53E-92DD73780CD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0AA86915-1896-B47B-82E4-3676CB85E726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48549D7C-135D-B7F9-4D4C-67076FDD95D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9BF93FE4-1797-6014-DE4D-28910122D45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FDAA4A6E-2BD5-90E2-2945-FE09105AE87E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030BDAD-4001-DA9C-E46E-3F6C30BF1D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0576C255-6967-0222-87FF-43FECEA2EFF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2907258C-2CF0-76B5-A038-4FE550EEF89F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32B1429F-E6DA-F8C6-4B4D-8D9131116A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E8F359EE-4E81-DFBE-E548-91F87D66D60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CF5E9BFF-8456-942E-923F-184F5CE79568}"/>
              </a:ext>
            </a:extLst>
          </p:cNvPr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CE99E803-5D74-CF7D-2736-67924DA01D8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D86353CC-8841-FAFA-2D40-1A5E09CA103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A9786538-F45D-6184-F523-BFE85CE13B6D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80C607-A49A-D3B0-790E-72126BCDB1A5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5CBFF26-6B2E-8245-6519-428DC6F6D636}"/>
              </a:ext>
            </a:extLst>
          </p:cNvPr>
          <p:cNvSpPr txBox="1"/>
          <p:nvPr/>
        </p:nvSpPr>
        <p:spPr>
          <a:xfrm>
            <a:off x="2209800" y="1638300"/>
            <a:ext cx="15082325" cy="5866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Input: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product details such as name, price, and quantity through the web interface.</a:t>
            </a:r>
          </a:p>
          <a:p>
            <a:pPr algn="just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Processing: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validates data and updates stock levels automatically.</a:t>
            </a:r>
          </a:p>
          <a:p>
            <a:pPr algn="just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product records are stored and managed in a MySQL relational database.</a:t>
            </a:r>
          </a:p>
          <a:p>
            <a:pPr algn="just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updated product list, stock status, and dashboard overview.</a:t>
            </a:r>
          </a:p>
        </p:txBody>
      </p:sp>
    </p:spTree>
    <p:extLst>
      <p:ext uri="{BB962C8B-B14F-4D97-AF65-F5344CB8AC3E}">
        <p14:creationId xmlns:p14="http://schemas.microsoft.com/office/powerpoint/2010/main" val="3622992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8327BA-4E5E-E055-BA80-C45464081D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667" t="12898" r="-1334" b="10858"/>
          <a:stretch>
            <a:fillRect/>
          </a:stretch>
        </p:blipFill>
        <p:spPr>
          <a:xfrm>
            <a:off x="3505200" y="2289901"/>
            <a:ext cx="11658600" cy="58098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377044" y="2100684"/>
            <a:ext cx="1508232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Tx/>
              <a:buChar char="-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</a:t>
            </a: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Java, Spring Boot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Eclipse IDE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 </a:t>
            </a:r>
            <a:r>
              <a:rPr lang="nl-NL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4GB RAM, JDK 17+, Web Browser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/>
          </a:p>
          <a:p>
            <a:endParaRPr lang="en-US" sz="32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39780" y="1370974"/>
            <a:ext cx="14960870" cy="9756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User Authentication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access by allowing only authorized users to log into the system.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Username &amp; password validation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Product Management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users to efficiently manage product details through CRUD operations.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Product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Product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Product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Stock Management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inventory levels and automatically updates stock status in real-time.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stock quantity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stock status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Dashboard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visual summary of inventory data for easy monitoring and analysis.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product list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stock overview chart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66D061E3-8DE8-2249-E63E-3666AC32A0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C7063E1-CD05-0FC5-E848-B8FC3A0F00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FD9D6DC6-B379-043A-9381-E71740BADC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78760" y="622526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7C6518BF-BC02-9531-0C5C-D1BC4E8E7C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" t="6444" r="1000" b="8222"/>
          <a:stretch>
            <a:fillRect/>
          </a:stretch>
        </p:blipFill>
        <p:spPr>
          <a:xfrm>
            <a:off x="1709233" y="1297723"/>
            <a:ext cx="7869528" cy="381794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EB1FF05-73BE-9D69-9B68-B986C3CAE5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" t="4758" r="500" b="9111"/>
          <a:stretch>
            <a:fillRect/>
          </a:stretch>
        </p:blipFill>
        <p:spPr>
          <a:xfrm>
            <a:off x="8329331" y="5494704"/>
            <a:ext cx="9057258" cy="4426566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3882E109-3D1F-B52E-5298-C40448036DA4}"/>
              </a:ext>
            </a:extLst>
          </p:cNvPr>
          <p:cNvSpPr txBox="1"/>
          <p:nvPr/>
        </p:nvSpPr>
        <p:spPr>
          <a:xfrm>
            <a:off x="1695572" y="5125372"/>
            <a:ext cx="14210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“Secure login page for user authentication using username and password.”</a:t>
            </a:r>
            <a:endParaRPr lang="en-IN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09B9B96-A54F-CC4F-433F-0233B32DAC2F}"/>
              </a:ext>
            </a:extLst>
          </p:cNvPr>
          <p:cNvSpPr txBox="1"/>
          <p:nvPr/>
        </p:nvSpPr>
        <p:spPr>
          <a:xfrm>
            <a:off x="8991600" y="9863073"/>
            <a:ext cx="14210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“Initial dashboard view showing product table structure before data is loaded.”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962351" y="1041353"/>
            <a:ext cx="15082325" cy="1043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8ADC05E-637C-A56A-176E-CF890AD10C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50" t="6578" r="2121" b="10278"/>
          <a:stretch>
            <a:fillRect/>
          </a:stretch>
        </p:blipFill>
        <p:spPr>
          <a:xfrm>
            <a:off x="1920009" y="1547028"/>
            <a:ext cx="7223992" cy="34290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9E3B6D2-3E33-4B4F-5688-1A2DDAC777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11" t="8405" r="3084" b="7361"/>
          <a:stretch>
            <a:fillRect/>
          </a:stretch>
        </p:blipFill>
        <p:spPr>
          <a:xfrm>
            <a:off x="8912817" y="5501477"/>
            <a:ext cx="7277267" cy="352822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1D8102C-C11C-C191-30B7-ACCB6C242063}"/>
              </a:ext>
            </a:extLst>
          </p:cNvPr>
          <p:cNvSpPr txBox="1"/>
          <p:nvPr/>
        </p:nvSpPr>
        <p:spPr>
          <a:xfrm>
            <a:off x="1708914" y="5054087"/>
            <a:ext cx="14210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“Inventory dashboard integrated with stock overview chart for visual analysis of product availability.”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9C363C-C6FA-D76F-0E2F-8143A84C4835}"/>
              </a:ext>
            </a:extLst>
          </p:cNvPr>
          <p:cNvSpPr txBox="1"/>
          <p:nvPr/>
        </p:nvSpPr>
        <p:spPr>
          <a:xfrm>
            <a:off x="8492185" y="9245647"/>
            <a:ext cx="14210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“Bar chart representation showing distribution of In Stock, Low Stock, and Out of Stock items.”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1868663" y="5165125"/>
            <a:ext cx="15082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“Edit Product interface allowing users to update product name, price,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quantity efficiently.”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B52A79C-E82D-5C1A-697C-17C43B7A09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5314950"/>
            <a:ext cx="7315200" cy="41148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03BAC7F-1DAE-1A12-27DF-80EBA97AB4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" t="7333" r="1104" b="10889"/>
          <a:stretch>
            <a:fillRect/>
          </a:stretch>
        </p:blipFill>
        <p:spPr>
          <a:xfrm>
            <a:off x="1920008" y="1410900"/>
            <a:ext cx="7862363" cy="3670731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3F43D78E-8408-4EC9-64D8-4246B05D6EE0}"/>
              </a:ext>
            </a:extLst>
          </p:cNvPr>
          <p:cNvSpPr txBox="1"/>
          <p:nvPr/>
        </p:nvSpPr>
        <p:spPr>
          <a:xfrm>
            <a:off x="8610600" y="9499245"/>
            <a:ext cx="142106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displaying product details including name, price, quantity, and real-time stock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status with edit and delete options.”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D2E13F-98EE-BFEB-8F7C-EF532FF8FA5D}"/>
              </a:ext>
            </a:extLst>
          </p:cNvPr>
          <p:cNvSpPr txBox="1"/>
          <p:nvPr/>
        </p:nvSpPr>
        <p:spPr>
          <a:xfrm>
            <a:off x="2107947" y="1671481"/>
            <a:ext cx="13554642" cy="8356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system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stock tracking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 storage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implemented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clean UI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user system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cloud deployment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advanced analytics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mobile app version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786</Words>
  <Application>Microsoft Office PowerPoint</Application>
  <PresentationFormat>Custom</PresentationFormat>
  <Paragraphs>241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Bookman Old Style</vt:lpstr>
      <vt:lpstr>Gotham</vt:lpstr>
      <vt:lpstr>Arial</vt:lpstr>
      <vt:lpstr>Calibri</vt:lpstr>
      <vt:lpstr>Gotham Bold Italics</vt:lpstr>
      <vt:lpstr>Times New Roman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H P</dc:creator>
  <cp:lastModifiedBy>likhithareddy35@outlook.com</cp:lastModifiedBy>
  <cp:revision>14</cp:revision>
  <dcterms:created xsi:type="dcterms:W3CDTF">2006-08-16T00:00:00Z</dcterms:created>
  <dcterms:modified xsi:type="dcterms:W3CDTF">2026-03-25T17:57:34Z</dcterms:modified>
  <dc:identifier>DAHCaYqJ9OU</dc:identifier>
</cp:coreProperties>
</file>